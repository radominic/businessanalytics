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281D-AC38-4859-8784-E192A91AF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17CC10-C77C-4D7D-B80F-C78E674C6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63660-D53B-42CE-93D6-815F2C6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A5483-A114-410B-919C-A3B3D9E6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A93CF-39BE-4425-8588-63D22335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88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88271-E21C-4800-B440-60D42E3B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B646-1A11-4E46-867C-DE5E586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4C829-78E5-4C25-8EAC-EDABE13F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F299C-865A-4E6B-8B84-32BCC51A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EA5210-0E18-4271-8F2D-4DA9DE2B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8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4AA8-51F4-45C2-9E9A-EC3CA36C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4C4A1-6746-4312-97B9-B1A66E06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9CF35-284B-4963-A982-327FFA43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A9CC6-F745-4E9F-B2EC-59CD313B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303A37-B3C1-49AC-9EC0-FDA671C0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6C6CE-F256-4E8A-BFE1-A1E2718A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31E1C-506C-4236-8571-CF4EDC74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7F3FA-D180-436B-8FC7-EA0B99BD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3A0234-ADE4-40CA-93C1-AABBD561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BD7BC-80F0-4B4C-A715-9369E2FC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875CB-AAD3-4BD2-B191-B69F7196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4F68-A8AB-43C9-B7E3-BED9620A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D7BB8-C427-4CE9-9C03-63CADC991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FA228-8D01-40EE-A215-B6D8D565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B1AD3D-E116-4DB1-9CC8-00643FAFD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ADE9F7-37FB-4DB1-98F4-62A8B9CE9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24E5F8-86B4-4120-B488-55866B3E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BEB3E0-989C-4239-B8FE-FF11FD12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A4FB50-4C64-4C5B-8F84-362F7A3B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6FFE-921D-476E-BD9E-F98E49A3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8C17D-860C-4E41-952E-36668F3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A3214-A06C-4582-9237-E9E4E57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53939-6C9F-41EF-80CE-C53E606A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2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962F3A-6E99-4847-A5E4-879F685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08DFC5-877C-4935-899D-362CF1DB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52270-D995-476C-B782-4EA22C83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4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CC8EA-FC19-403B-8614-DCA74309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58C01-D08F-4E3B-8CFE-F88B77F2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E1E3D5-483D-46F4-AC89-2AAF1675B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47CBC2-E8A7-4419-86EB-76C993A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0F544-DAE5-4F8D-93AC-F6FA08B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A7C8B4-592B-46CB-92EF-7F7B383A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9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8789B-32CC-4353-BA96-7E3CB2D3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02E87-CDF8-49F7-A8ED-11B79777D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BBC293-9916-4D7F-BDB3-5C661679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6A688-2CB2-4D54-9BCC-2DC6077A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69814-43B8-40C7-B3CE-FDCCAB7D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D7BF6-1FB4-4736-B587-95491BC1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03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32E80-7673-4BE6-9A55-8A1342F6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8C4F2-E918-429A-B30E-698AAEBF9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7821A-7916-4C37-B7C7-DED42AD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CB12C-2E37-470D-B2F9-E770CC9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5E01C-BAF8-439C-B0B4-A68C2F2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2F5AA7-99EB-44A7-BF86-8DA5380E4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4A6F47-9040-4D59-A2A0-95B8671FD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E6CE0-8205-4CA2-82F9-517BA94F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56309-17B3-41B9-8933-2D30569C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726C-FB4E-4DAA-BFEB-3AD36AA0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BE4657-36C3-4E75-BC7B-4984D34F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C7B93-92C2-485C-A79E-C288C0BC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4EE74-BBC6-43F3-A32F-ACE9876F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971ED-ED73-4B32-A16A-9B438B9E2CC4}" type="datetimeFigureOut">
              <a:rPr lang="ko-KR" altLang="en-US" smtClean="0"/>
              <a:t>2019-10-07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7E1E0-96CF-4779-95B1-90CBC1175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098F0-A3E5-482F-8AA5-6FCD48A1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3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A3140-03C1-4DAF-A48E-9EFC31CF2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Business</a:t>
            </a:r>
            <a:r>
              <a:rPr lang="ko-KR" altLang="en-US" dirty="0"/>
              <a:t> </a:t>
            </a:r>
            <a:r>
              <a:rPr lang="en-US" altLang="ko-KR" dirty="0"/>
              <a:t>Analytics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5E789-8159-41CF-B70E-1B4C98ED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15146312 Park, Gangmin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417B64-530B-4E1A-8617-E0EBD43BC2FA}"/>
              </a:ext>
            </a:extLst>
          </p:cNvPr>
          <p:cNvSpPr txBox="1"/>
          <p:nvPr/>
        </p:nvSpPr>
        <p:spPr>
          <a:xfrm>
            <a:off x="593557" y="1551150"/>
            <a:ext cx="4716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Convert Date to datetime data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4A34E-291D-4323-A07D-321D81BE4475}"/>
              </a:ext>
            </a:extLst>
          </p:cNvPr>
          <p:cNvSpPr txBox="1"/>
          <p:nvPr/>
        </p:nvSpPr>
        <p:spPr>
          <a:xfrm>
            <a:off x="593557" y="3495801"/>
            <a:ext cx="4636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Filtering Sales</a:t>
            </a:r>
            <a:endParaRPr lang="ko-KR" altLang="en-US" sz="2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3AB22B-47C2-4770-94BE-F3C022703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473" y="2286454"/>
            <a:ext cx="7797558" cy="9357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BE3479-6CC4-4F6F-B9AB-64A4F1D21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641" y="4231105"/>
            <a:ext cx="5206370" cy="93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Fill nan</a:t>
            </a:r>
            <a:endParaRPr lang="ko-KR" altLang="en-US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113EDFD-D0E3-4547-A3B5-3F262849D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97" y="1578405"/>
            <a:ext cx="4321092" cy="370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1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Fill nan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401F91-B671-476E-81B2-478EEB88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6" y="1645956"/>
            <a:ext cx="4308136" cy="4070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EF2FAAA-5521-498F-8DFB-A354A474F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66" y="2053024"/>
            <a:ext cx="5725434" cy="36900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81FBDB-1D44-4793-95AD-5AF74E88D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293" y="2516392"/>
            <a:ext cx="5924707" cy="1825215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6BC9645-CF62-4DFE-A54D-6A8F558E4463}"/>
              </a:ext>
            </a:extLst>
          </p:cNvPr>
          <p:cNvSpPr/>
          <p:nvPr/>
        </p:nvSpPr>
        <p:spPr>
          <a:xfrm>
            <a:off x="8812551" y="4824844"/>
            <a:ext cx="417095" cy="842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6FD05D-E535-41A0-9EEF-28CB82CB7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73" y="6150141"/>
            <a:ext cx="11131623" cy="4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0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Fill nan</a:t>
            </a:r>
            <a:endParaRPr lang="ko-KR" altLang="en-US" sz="2400" b="1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6BC9645-CF62-4DFE-A54D-6A8F558E4463}"/>
              </a:ext>
            </a:extLst>
          </p:cNvPr>
          <p:cNvSpPr/>
          <p:nvPr/>
        </p:nvSpPr>
        <p:spPr>
          <a:xfrm>
            <a:off x="8812551" y="4824844"/>
            <a:ext cx="417095" cy="842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87096B-2875-4BEA-B0BE-B1A4BC28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3" y="1715921"/>
            <a:ext cx="4955413" cy="3371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07FBC86-7B0E-48E6-8E71-9018F01D7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" y="2260993"/>
            <a:ext cx="5400709" cy="36585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AED39D-FB1F-44B2-A9CB-CFA4383DE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820" y="3517261"/>
            <a:ext cx="5129750" cy="5730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DB8F0E-9C1E-4E23-8324-A183D06A8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86" y="6127506"/>
            <a:ext cx="11706668" cy="33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6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Fill nan</a:t>
            </a:r>
            <a:endParaRPr lang="ko-KR" altLang="en-US" sz="2400" b="1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6BC9645-CF62-4DFE-A54D-6A8F558E4463}"/>
              </a:ext>
            </a:extLst>
          </p:cNvPr>
          <p:cNvSpPr/>
          <p:nvPr/>
        </p:nvSpPr>
        <p:spPr>
          <a:xfrm>
            <a:off x="8812551" y="4824844"/>
            <a:ext cx="417095" cy="842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D751F8-5D4B-465A-924C-8CAB7FA7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6" y="1750419"/>
            <a:ext cx="5390148" cy="302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ACBFCA-9AE4-483F-911E-C9F75815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66" y="2260993"/>
            <a:ext cx="4890614" cy="32011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441698-48E1-4A88-AB20-7B67589B2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362" y="3539712"/>
            <a:ext cx="5905847" cy="6436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E2BCBF-2E44-4DDE-B786-7B1109672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66" y="5986502"/>
            <a:ext cx="11305820" cy="6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1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Fill nan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6FA5D3-E414-45CD-A939-8FB64BD9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40" y="2795462"/>
            <a:ext cx="8152319" cy="126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6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3428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Merge train and store</a:t>
            </a:r>
            <a:endParaRPr lang="ko-KR" altLang="en-US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EF2CDAB-9A6F-472E-AC47-B0743ABE0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01" y="1447298"/>
            <a:ext cx="8903597" cy="477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DCDF93-318F-48BC-81E3-3A61DD627DE8}"/>
              </a:ext>
            </a:extLst>
          </p:cNvPr>
          <p:cNvSpPr txBox="1"/>
          <p:nvPr/>
        </p:nvSpPr>
        <p:spPr>
          <a:xfrm>
            <a:off x="561473" y="2477548"/>
            <a:ext cx="8652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Make new variables using competition open and promo2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CFBD03-C5E3-4729-BFD7-EB730A1B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0702"/>
            <a:ext cx="12192000" cy="826217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2E58853F-44E9-4DAC-9E15-76745027A25E}"/>
              </a:ext>
            </a:extLst>
          </p:cNvPr>
          <p:cNvSpPr/>
          <p:nvPr/>
        </p:nvSpPr>
        <p:spPr>
          <a:xfrm>
            <a:off x="5668297" y="4396541"/>
            <a:ext cx="417095" cy="842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E9D85-C72E-4AFC-B4CD-E67CE10CF39B}"/>
              </a:ext>
            </a:extLst>
          </p:cNvPr>
          <p:cNvSpPr txBox="1"/>
          <p:nvPr/>
        </p:nvSpPr>
        <p:spPr>
          <a:xfrm>
            <a:off x="2111967" y="3343960"/>
            <a:ext cx="75297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Using the month and year data, </a:t>
            </a:r>
          </a:p>
          <a:p>
            <a:r>
              <a:rPr lang="en-US" altLang="ko-KR" sz="2400" dirty="0"/>
              <a:t>convert categorical variables to continuous variables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2622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3229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Categorical variables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F1CA8F-4E7F-4D67-B2B0-E6D202C2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3" y="1319009"/>
            <a:ext cx="10988746" cy="3078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FCAAEB-0F77-457D-8997-32142742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7" y="1920627"/>
            <a:ext cx="3714750" cy="1600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CCAF9A8-AC45-451B-83FD-E067C9091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627" y="1938564"/>
            <a:ext cx="3467100" cy="8858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5C593B0-5581-4F55-8EF5-E8CA505FB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727" y="1939129"/>
            <a:ext cx="3771900" cy="11811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188A04E-221E-42B7-A6EB-B33A40E40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627" y="3657239"/>
            <a:ext cx="3800475" cy="1066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9B22609-F099-410D-BF7B-53FC3A01A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627" y="5084477"/>
            <a:ext cx="4048125" cy="9144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F2FE1CF-548B-4814-8E24-FB3AED0C4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8752" y="5121026"/>
            <a:ext cx="4019550" cy="1181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A96686-A15C-4BB9-A86B-D219FC896023}"/>
              </a:ext>
            </a:extLst>
          </p:cNvPr>
          <p:cNvSpPr txBox="1"/>
          <p:nvPr/>
        </p:nvSpPr>
        <p:spPr>
          <a:xfrm>
            <a:off x="75877" y="3599193"/>
            <a:ext cx="18357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1&amp;2 is distinct than other</a:t>
            </a:r>
          </a:p>
          <a:p>
            <a:r>
              <a:rPr lang="en-US" altLang="ko-KR" sz="1100" dirty="0"/>
              <a:t>So make binary variables!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A9DEA4-77C1-4665-8C81-73F523E0740B}"/>
              </a:ext>
            </a:extLst>
          </p:cNvPr>
          <p:cNvSpPr txBox="1"/>
          <p:nvPr/>
        </p:nvSpPr>
        <p:spPr>
          <a:xfrm>
            <a:off x="7307918" y="3185506"/>
            <a:ext cx="1835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b is distinct than other</a:t>
            </a:r>
          </a:p>
          <a:p>
            <a:r>
              <a:rPr lang="en-US" altLang="ko-KR" sz="1100" dirty="0"/>
              <a:t>So make binary variables!</a:t>
            </a:r>
            <a:endParaRPr lang="ko-KR" alt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A2279F-54E1-4A5D-83FA-E274FDF905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900" y="4932077"/>
            <a:ext cx="2620617" cy="1066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D5DE6C-9875-4AB8-BDFE-12A4EABE65B1}"/>
              </a:ext>
            </a:extLst>
          </p:cNvPr>
          <p:cNvSpPr txBox="1"/>
          <p:nvPr/>
        </p:nvSpPr>
        <p:spPr>
          <a:xfrm>
            <a:off x="621162" y="6086682"/>
            <a:ext cx="15728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No distinct difference</a:t>
            </a:r>
          </a:p>
          <a:p>
            <a:r>
              <a:rPr lang="en-US" altLang="ko-KR" sz="1100" dirty="0"/>
              <a:t>Between category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2437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3229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Categorical variables</a:t>
            </a:r>
            <a:endParaRPr lang="ko-KR" altLang="en-US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24E02F8-541E-41D1-91F7-076D890F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50" y="1109545"/>
            <a:ext cx="7384552" cy="11890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4D598B-D09B-4C7B-97E4-A59775795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854" y="4559418"/>
            <a:ext cx="6634292" cy="11890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23AEFA-2940-4BA4-A400-8BA61D015593}"/>
              </a:ext>
            </a:extLst>
          </p:cNvPr>
          <p:cNvSpPr txBox="1"/>
          <p:nvPr/>
        </p:nvSpPr>
        <p:spPr>
          <a:xfrm>
            <a:off x="4075994" y="2382897"/>
            <a:ext cx="3622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Produce binary variables</a:t>
            </a:r>
            <a:endParaRPr lang="ko-KR" alt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C617C4-64C2-41FF-9A62-68792B2147D2}"/>
              </a:ext>
            </a:extLst>
          </p:cNvPr>
          <p:cNvSpPr txBox="1"/>
          <p:nvPr/>
        </p:nvSpPr>
        <p:spPr>
          <a:xfrm>
            <a:off x="561473" y="3782606"/>
            <a:ext cx="2734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Dummy variables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46206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2967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Historical variables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3C77E-9DAC-43B6-9B1F-B9B3C4DF2DE5}"/>
              </a:ext>
            </a:extLst>
          </p:cNvPr>
          <p:cNvSpPr txBox="1"/>
          <p:nvPr/>
        </p:nvSpPr>
        <p:spPr>
          <a:xfrm>
            <a:off x="7179413" y="2937078"/>
            <a:ext cx="36063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Make historical variables</a:t>
            </a:r>
          </a:p>
          <a:p>
            <a:endParaRPr lang="en-US" altLang="ko-KR" sz="2400" dirty="0"/>
          </a:p>
          <a:p>
            <a:r>
              <a:rPr lang="en-US" altLang="ko-KR" sz="2400" dirty="0"/>
              <a:t>Then add this to data </a:t>
            </a:r>
            <a:endParaRPr lang="ko-KR" altLang="en-US" sz="2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0BF207-136A-4D9F-94A5-0F25F291E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86" y="894802"/>
            <a:ext cx="4611535" cy="596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2993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Data normalization</a:t>
            </a:r>
            <a:endParaRPr lang="ko-KR" altLang="en-US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7FF44BF-2F17-40D2-9089-6A488008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308" y="1883785"/>
            <a:ext cx="7230829" cy="37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58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Seasonality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0E8135-5743-469A-AC83-D6B0C745A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323398"/>
            <a:ext cx="11753850" cy="1200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854757-67C3-46E3-BF73-32D36508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910" y="4771204"/>
            <a:ext cx="184785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90A485-0E21-4244-BC55-9B08C992EDA2}"/>
              </a:ext>
            </a:extLst>
          </p:cNvPr>
          <p:cNvSpPr txBox="1"/>
          <p:nvPr/>
        </p:nvSpPr>
        <p:spPr>
          <a:xfrm>
            <a:off x="492221" y="3735616"/>
            <a:ext cx="1739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/>
              <a:t>reindexing</a:t>
            </a:r>
            <a:endParaRPr lang="ko-KR" altLang="en-US" sz="2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20902F2-43A7-4F37-8D04-8920734DD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30" y="4494979"/>
            <a:ext cx="5210175" cy="1466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4EFA6-66D3-41C7-86BA-9922277461C6}"/>
              </a:ext>
            </a:extLst>
          </p:cNvPr>
          <p:cNvSpPr txBox="1"/>
          <p:nvPr/>
        </p:nvSpPr>
        <p:spPr>
          <a:xfrm>
            <a:off x="3606676" y="3735616"/>
            <a:ext cx="829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data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4655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E0ADCD-E4A8-41F7-9F6D-F45CBCD714EB}"/>
              </a:ext>
            </a:extLst>
          </p:cNvPr>
          <p:cNvSpPr txBox="1"/>
          <p:nvPr/>
        </p:nvSpPr>
        <p:spPr>
          <a:xfrm>
            <a:off x="561473" y="433137"/>
            <a:ext cx="2513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/>
              <a:t>Kfold</a:t>
            </a:r>
            <a:r>
              <a:rPr lang="en-US" altLang="ko-KR" sz="2400" b="1" dirty="0"/>
              <a:t> validation</a:t>
            </a:r>
            <a:endParaRPr lang="ko-KR" altLang="en-US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D700F76-86DA-4ED8-B1EA-D6F41CB2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3" y="1143000"/>
            <a:ext cx="4295775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230BFD-BA5B-4252-8882-144EAA6C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" y="3580491"/>
            <a:ext cx="3587400" cy="2159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9301E0-BC6E-4065-95CA-16660E1C7CFB}"/>
              </a:ext>
            </a:extLst>
          </p:cNvPr>
          <p:cNvSpPr txBox="1"/>
          <p:nvPr/>
        </p:nvSpPr>
        <p:spPr>
          <a:xfrm>
            <a:off x="561473" y="2683673"/>
            <a:ext cx="2703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Linear regression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0A8276-6752-4085-BB14-51623E76B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297" y="91679"/>
            <a:ext cx="5113904" cy="667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59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9301E0-BC6E-4065-95CA-16660E1C7CFB}"/>
              </a:ext>
            </a:extLst>
          </p:cNvPr>
          <p:cNvSpPr txBox="1"/>
          <p:nvPr/>
        </p:nvSpPr>
        <p:spPr>
          <a:xfrm>
            <a:off x="710618" y="276032"/>
            <a:ext cx="2615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Lasso regression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284E9-BDA4-44E4-AC7A-E8C34F946F92}"/>
              </a:ext>
            </a:extLst>
          </p:cNvPr>
          <p:cNvSpPr txBox="1"/>
          <p:nvPr/>
        </p:nvSpPr>
        <p:spPr>
          <a:xfrm>
            <a:off x="1314276" y="1865867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0.5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ED5EC-D9E9-4CE0-9401-E2D8B0F44651}"/>
              </a:ext>
            </a:extLst>
          </p:cNvPr>
          <p:cNvSpPr txBox="1"/>
          <p:nvPr/>
        </p:nvSpPr>
        <p:spPr>
          <a:xfrm>
            <a:off x="9318098" y="352387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0.01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9764E-CACB-47A8-ACD9-447961AC4A7B}"/>
              </a:ext>
            </a:extLst>
          </p:cNvPr>
          <p:cNvSpPr txBox="1"/>
          <p:nvPr/>
        </p:nvSpPr>
        <p:spPr>
          <a:xfrm>
            <a:off x="5281621" y="1865867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0.1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75EB95A-5EA7-416F-AE0F-F5C4E32C5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29" y="208256"/>
            <a:ext cx="2990850" cy="16478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77C4F57-2875-43FB-ADF5-15D4152E9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16" y="2196616"/>
            <a:ext cx="3499858" cy="46613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F466C6-3AC7-49D1-A307-9D363174D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395" y="2235199"/>
            <a:ext cx="3465209" cy="46228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69FA5F-BBF2-4BA1-80E2-57295411B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775" y="656886"/>
            <a:ext cx="3384580" cy="52132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4A4D00-1295-41D1-889C-D64362752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140" y="5870168"/>
            <a:ext cx="3129850" cy="8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94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9301E0-BC6E-4065-95CA-16660E1C7CFB}"/>
              </a:ext>
            </a:extLst>
          </p:cNvPr>
          <p:cNvSpPr txBox="1"/>
          <p:nvPr/>
        </p:nvSpPr>
        <p:spPr>
          <a:xfrm>
            <a:off x="710618" y="276032"/>
            <a:ext cx="2656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Ridge regression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B284E9-BDA4-44E4-AC7A-E8C34F946F92}"/>
              </a:ext>
            </a:extLst>
          </p:cNvPr>
          <p:cNvSpPr txBox="1"/>
          <p:nvPr/>
        </p:nvSpPr>
        <p:spPr>
          <a:xfrm>
            <a:off x="1314276" y="1865867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0.5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ED5EC-D9E9-4CE0-9401-E2D8B0F44651}"/>
              </a:ext>
            </a:extLst>
          </p:cNvPr>
          <p:cNvSpPr txBox="1"/>
          <p:nvPr/>
        </p:nvSpPr>
        <p:spPr>
          <a:xfrm>
            <a:off x="9382266" y="1865867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0.01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9764E-CACB-47A8-ACD9-447961AC4A7B}"/>
              </a:ext>
            </a:extLst>
          </p:cNvPr>
          <p:cNvSpPr txBox="1"/>
          <p:nvPr/>
        </p:nvSpPr>
        <p:spPr>
          <a:xfrm>
            <a:off x="5281621" y="1865867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Alpha is 0.1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29634D-DF86-4B32-BB7B-6BEE562B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5" y="112598"/>
            <a:ext cx="2943225" cy="1676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22E8735-A202-496D-AA6D-1CBEBA738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73" y="2235199"/>
            <a:ext cx="3413237" cy="44702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ABFEA8-76CE-4B86-BC17-9DB7D27C8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169" y="2287597"/>
            <a:ext cx="3413237" cy="44578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52736B-78A2-4B9C-A316-61BA267A4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131" y="2287597"/>
            <a:ext cx="3413237" cy="44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95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123</Words>
  <Application>Microsoft Office PowerPoint</Application>
  <PresentationFormat>와이드스크린</PresentationFormat>
  <Paragraphs>41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Business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</dc:title>
  <dc:creator>parkgangmin</dc:creator>
  <cp:lastModifiedBy>parkgangmin</cp:lastModifiedBy>
  <cp:revision>36</cp:revision>
  <dcterms:created xsi:type="dcterms:W3CDTF">2019-09-16T12:41:50Z</dcterms:created>
  <dcterms:modified xsi:type="dcterms:W3CDTF">2019-10-07T13:13:27Z</dcterms:modified>
</cp:coreProperties>
</file>