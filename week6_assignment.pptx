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8" autoAdjust="0"/>
    <p:restoredTop sz="94660"/>
  </p:normalViewPr>
  <p:slideViewPr>
    <p:cSldViewPr snapToGrid="0">
      <p:cViewPr varScale="1">
        <p:scale>
          <a:sx n="57" d="100"/>
          <a:sy n="57" d="100"/>
        </p:scale>
        <p:origin x="78" y="1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41D93D-0CFA-49EF-BE73-A894FE262C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54E245-D132-4C0F-9264-D072CBF3D6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0F7D3A-903F-4711-A026-1E92E718D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2FE221-66AD-471D-893B-C08F43CC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801EF5-3FCF-4160-8E94-8C2CCCAED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3356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1B6ED-2C56-4F99-B75B-6C62EBE27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34A23C-F08E-46E5-89E1-E229515D5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9B41B9-A957-4895-959B-6BB1B4C30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51646B-957B-4E17-9C7F-4D1646A9F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4ABEC-8418-4171-8BA6-D03C1AE4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4763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8432C-56BB-467D-B7E6-AE50E5EA6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09B205-9EEF-42CC-945D-2C9BA905C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1C1DC0-16BE-44C7-8FAE-F219334A8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C035EF-9278-4D20-9ED0-B2FBB486D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E88B94-567F-45E4-BB32-032DDDB0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144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85D954-D926-4355-AA6D-C53A26D65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E19AEE-28C2-4A5B-9B6D-67881D286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219308-FAA0-4F11-A44D-0E2A4C4D33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8379BA-BBA1-422A-BCF3-1C00D2B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5DA6C3A-8789-43DA-A5E7-441713446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BDC7B8-2411-498E-B860-0DB1ED2D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36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3CB197-5259-4BBA-B8AE-D18320F06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B8128F-97AC-4D15-A39C-07BEEC846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DF8B735-A6F8-4BDA-A680-75AC08752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1A9A040-6189-421E-8BA5-5FCDEA85C3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151D31A-F350-4D5A-974D-D64F8158B1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30550D3-F3BC-44B3-9996-FBC05C5B5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A260A75-996D-46B3-9EBD-58135357C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C35272A-81F4-48EB-8E7D-905A4D30D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456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429DE-FE5F-4B4C-A045-3EEC4F097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2B4208-B703-489B-BA38-11A457583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E8B2CA-B2A1-49EC-B7A1-84162238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642E75-20D6-4223-85C8-1DADA5EAA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9748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56203F-6E84-4A8E-83B3-948D1C9FA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217071-6FFE-4753-8A21-6C81EFCC8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C92879-2AA6-4311-928E-D593C4C1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871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C67A4-1A66-4975-BEC0-BD89B23CA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29D940-2E24-4B60-ADB7-8BF453D5F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ED12C3-09CA-4125-8E11-32DF687C7C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AD6381-6C37-428B-9E76-61267C83F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34B161-A180-46B6-A183-79413C33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631743E-B73B-41E1-8D51-8C3FA3245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670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1E639-89CB-46BB-A94B-71E046B25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C711EA-8DD8-40C5-971E-34ACA6F73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D479A-76A5-42F9-87FD-5BA49E3FF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CA6227-A2A8-45AB-B22C-1423A5B9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C909A8-F6AA-4B00-BB31-568E1ED55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591430-C8A5-49F4-A8E9-F263C3A2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796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A5EC7-D282-417E-BEED-A90DE8CD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EEA17-88DE-4368-8961-9055060F5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984B8-0D92-4237-BD24-CF637FDE6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42EFE8-BA47-43A8-A1A8-684CF2663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E6413-8189-4955-9880-9E27288CE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578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F14D14F-126A-459A-A227-76B78AC445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3B1A50-C33A-41B1-AE25-CE894B1376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F7C45D-A40D-490E-BA40-9C59F4D4A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14FC3-9B11-49F9-B67A-EB5DD97A0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5760F6-A06B-418E-A9E4-F565386E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983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82349E-1496-4393-9A74-CDBCEABE6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6C09606-D73B-40DD-B338-A5B1BBA28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32BE7D-65BB-467C-982B-71D25C222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C9916-568B-4B1D-9E9C-669924CD1746}" type="datetimeFigureOut">
              <a:rPr lang="ko-KR" altLang="en-US" smtClean="0"/>
              <a:t>2019-10-12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5DC15F-3057-4EE5-9D1A-50635D369B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336B1F-596A-4403-919E-73B1253F29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146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A3140-03C1-4DAF-A48E-9EFC31CF2E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Business</a:t>
            </a:r>
            <a:r>
              <a:rPr lang="ko-KR" altLang="en-US" dirty="0"/>
              <a:t> </a:t>
            </a:r>
            <a:r>
              <a:rPr lang="en-US" altLang="ko-KR" dirty="0"/>
              <a:t>Analytics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F5E789-8159-41CF-B70E-1B4C98ED7F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15146312 Park, Gangmin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517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805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/>
              <a:t>RHI</a:t>
            </a:r>
            <a:endParaRPr lang="ko-KR" altLang="en-US" sz="2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1A5550-A42E-4052-903C-F7D12B8A7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897" y="440266"/>
            <a:ext cx="4976283" cy="378068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BDBC49F-687E-48C6-B4D8-EA8092A43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180" y="481744"/>
            <a:ext cx="5075967" cy="37806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9BC333-EEA4-4F73-90D4-7FFB11A1F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897" y="3942537"/>
            <a:ext cx="4976283" cy="245554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BA9BC81-8C21-48D7-A147-EA6B8062AE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967" y="4636909"/>
            <a:ext cx="4770644" cy="19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99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1701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RHI+SEX</a:t>
            </a:r>
            <a:endParaRPr lang="ko-KR" altLang="en-US" sz="28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BE4818-9960-4340-8223-EC5D56480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67" y="1069445"/>
            <a:ext cx="6533063" cy="148702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902AB72-4CD7-475B-B23F-B1F3F6FF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3754437"/>
            <a:ext cx="7050104" cy="287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0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17658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/>
              <a:t>RHI+AGE</a:t>
            </a:r>
            <a:endParaRPr lang="ko-KR" altLang="en-US" sz="2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43BA05-F053-4393-9EBC-CCA3A9337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67" y="998323"/>
            <a:ext cx="5446755" cy="407917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23DB6ED-7DF9-4BF2-9B4E-A076551E4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231" y="4295560"/>
            <a:ext cx="6238216" cy="256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564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2662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RHI+AGE+SEX</a:t>
            </a:r>
            <a:endParaRPr lang="ko-KR" altLang="en-US" sz="28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330897F-4D12-44FD-B329-C966F8511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775" y="3654583"/>
            <a:ext cx="7371092" cy="2960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212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1787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RHI+EDU</a:t>
            </a:r>
            <a:endParaRPr lang="ko-KR" altLang="en-US" sz="28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E76F9C4-D795-42A9-B0C1-FF65CCFD1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712" y="4119562"/>
            <a:ext cx="6461921" cy="260297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16B166A-DD6F-43A7-B2E8-72FBB8A51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10" y="904826"/>
            <a:ext cx="6186190" cy="301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02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F551B06-5E7A-4D48-83C7-3DBECC83E63D}"/>
              </a:ext>
            </a:extLst>
          </p:cNvPr>
          <p:cNvSpPr txBox="1"/>
          <p:nvPr/>
        </p:nvSpPr>
        <p:spPr>
          <a:xfrm>
            <a:off x="287867" y="220134"/>
            <a:ext cx="36449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RHI+AGE+SEX+EDU</a:t>
            </a:r>
            <a:endParaRPr lang="ko-KR" altLang="en-US" sz="28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35BCAEF-A490-4F39-8370-9908DF9A1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442" y="3952246"/>
            <a:ext cx="6661273" cy="263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81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28</Words>
  <Application>Microsoft Office PowerPoint</Application>
  <PresentationFormat>와이드스크린</PresentationFormat>
  <Paragraphs>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Business Analytics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Analytics</dc:title>
  <dc:creator>parkgangmin</dc:creator>
  <cp:lastModifiedBy>parkgangmin</cp:lastModifiedBy>
  <cp:revision>4</cp:revision>
  <dcterms:created xsi:type="dcterms:W3CDTF">2019-10-12T02:19:35Z</dcterms:created>
  <dcterms:modified xsi:type="dcterms:W3CDTF">2019-10-12T03:05:02Z</dcterms:modified>
</cp:coreProperties>
</file>