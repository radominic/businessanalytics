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1D93D-0CFA-49EF-BE73-A894FE262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54E245-D132-4C0F-9264-D072CBF3D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F7D3A-903F-4711-A026-1E92E718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2FE221-66AD-471D-893B-C08F43CC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801EF5-3FCF-4160-8E94-8C2CCCAE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3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1B6ED-2C56-4F99-B75B-6C62EBE2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4A23C-F08E-46E5-89E1-E229515D5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9B41B9-A957-4895-959B-6BB1B4C3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51646B-957B-4E17-9C7F-4D1646A9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4ABEC-8418-4171-8BA6-D03C1AE4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76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8432C-56BB-467D-B7E6-AE50E5EA6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09B205-9EEF-42CC-945D-2C9BA905C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C1DC0-16BE-44C7-8FAE-F219334A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035EF-9278-4D20-9ED0-B2FBB486D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E88B94-567F-45E4-BB32-032DDDB0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14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5D954-D926-4355-AA6D-C53A26D6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19AEE-28C2-4A5B-9B6D-67881D286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219308-FAA0-4F11-A44D-0E2A4C4D3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8379BA-BBA1-422A-BCF3-1C00D2BA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A6C3A-8789-43DA-A5E7-44171344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BDC7B8-2411-498E-B860-0DB1ED2D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6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CB197-5259-4BBA-B8AE-D18320F06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B8128F-97AC-4D15-A39C-07BEEC846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F8B735-A6F8-4BDA-A680-75AC08752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A9A040-6189-421E-8BA5-5FCDEA85C3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51D31A-F350-4D5A-974D-D64F8158B1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0550D3-F3BC-44B3-9996-FBC05C5B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260A75-996D-46B3-9EBD-58135357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35272A-81F4-48EB-8E7D-905A4D30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456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429DE-FE5F-4B4C-A045-3EEC4F09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52B4208-B703-489B-BA38-11A457583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E8B2CA-B2A1-49EC-B7A1-84162238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642E75-20D6-4223-85C8-1DADA5EA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748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56203F-6E84-4A8E-83B3-948D1C9F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217071-6FFE-4753-8A21-6C81EFCC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92879-2AA6-4311-928E-D593C4C1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87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C67A4-1A66-4975-BEC0-BD89B23C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9D940-2E24-4B60-ADB7-8BF453D5F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ED12C3-09CA-4125-8E11-32DF687C7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AD6381-6C37-428B-9E76-61267C83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34B161-A180-46B6-A183-79413C33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31743E-B73B-41E1-8D51-8C3FA324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67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1E639-89CB-46BB-A94B-71E046B2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C711EA-8DD8-40C5-971E-34ACA6F73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D479A-76A5-42F9-87FD-5BA49E3FF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CA6227-A2A8-45AB-B22C-1423A5B9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909A8-F6AA-4B00-BB31-568E1ED5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91430-C8A5-49F4-A8E9-F263C3A2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79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5EC7-D282-417E-BEED-A90DE8CD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8EEA17-88DE-4368-8961-9055060F5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984B8-0D92-4237-BD24-CF637FDE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2EFE8-BA47-43A8-A1A8-684CF2663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E6413-8189-4955-9880-9E27288C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78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4D14F-126A-459A-A227-76B78AC44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3B1A50-C33A-41B1-AE25-CE894B137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F7C45D-A40D-490E-BA40-9C59F4D4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14FC3-9B11-49F9-B67A-EB5DD97A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760F6-A06B-418E-A9E4-F565386E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98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82349E-1496-4393-9A74-CDBCEABE6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C09606-D73B-40DD-B338-A5B1BBA2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2BE7D-65BB-467C-982B-71D25C222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C9916-568B-4B1D-9E9C-669924CD1746}" type="datetimeFigureOut">
              <a:rPr lang="ko-KR" altLang="en-US" smtClean="0"/>
              <a:t>2019-10-12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5DC15F-3057-4EE5-9D1A-50635D369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36B1F-596A-4403-919E-73B1253F2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240BC-049F-4685-87F3-A861C29667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14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A3140-03C1-4DAF-A48E-9EFC31CF2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Business</a:t>
            </a:r>
            <a:r>
              <a:rPr lang="ko-KR" altLang="en-US" dirty="0"/>
              <a:t> </a:t>
            </a:r>
            <a:r>
              <a:rPr lang="en-US" altLang="ko-KR" dirty="0"/>
              <a:t>Analytics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5E789-8159-41CF-B70E-1B4C98ED7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15146312 Park, Gangmin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5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916A8-7094-4E36-96C3-49122712B620}"/>
              </a:ext>
            </a:extLst>
          </p:cNvPr>
          <p:cNvSpPr txBox="1"/>
          <p:nvPr/>
        </p:nvSpPr>
        <p:spPr>
          <a:xfrm>
            <a:off x="287867" y="220134"/>
            <a:ext cx="805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/>
              <a:t>RHI</a:t>
            </a:r>
            <a:endParaRPr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1A5550-A42E-4052-903C-F7D12B8A7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897" y="440266"/>
            <a:ext cx="4976283" cy="37806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BDBC49F-687E-48C6-B4D8-EA8092A4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180" y="481744"/>
            <a:ext cx="5075967" cy="37806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9BC333-EEA4-4F73-90D4-7FFB11A1F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897" y="3942537"/>
            <a:ext cx="4976283" cy="24555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BA9BC81-8C21-48D7-A147-EA6B8062A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967" y="4636909"/>
            <a:ext cx="4770644" cy="19135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84EE1-391A-45AB-94FA-9280AAFD195F}"/>
              </a:ext>
            </a:extLst>
          </p:cNvPr>
          <p:cNvSpPr txBox="1"/>
          <p:nvPr/>
        </p:nvSpPr>
        <p:spPr>
          <a:xfrm>
            <a:off x="1517897" y="1268287"/>
            <a:ext cx="795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White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2E998-D1D5-4F2C-92B5-610629D89D98}"/>
              </a:ext>
            </a:extLst>
          </p:cNvPr>
          <p:cNvSpPr txBox="1"/>
          <p:nvPr/>
        </p:nvSpPr>
        <p:spPr>
          <a:xfrm>
            <a:off x="1517897" y="2372085"/>
            <a:ext cx="2892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Black or African American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6280A-48E0-44A3-9434-533562DA0E67}"/>
              </a:ext>
            </a:extLst>
          </p:cNvPr>
          <p:cNvSpPr txBox="1"/>
          <p:nvPr/>
        </p:nvSpPr>
        <p:spPr>
          <a:xfrm>
            <a:off x="1517897" y="3475883"/>
            <a:ext cx="339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American Indian, Alaska native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2FECE-4994-4D92-8718-DF9AF57437EE}"/>
              </a:ext>
            </a:extLst>
          </p:cNvPr>
          <p:cNvSpPr txBox="1"/>
          <p:nvPr/>
        </p:nvSpPr>
        <p:spPr>
          <a:xfrm>
            <a:off x="1517897" y="4679638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Asian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A1A953-CA76-48CF-866E-F54A85957E2D}"/>
              </a:ext>
            </a:extLst>
          </p:cNvPr>
          <p:cNvSpPr txBox="1"/>
          <p:nvPr/>
        </p:nvSpPr>
        <p:spPr>
          <a:xfrm>
            <a:off x="1517897" y="5968102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Native Hawaiian, pacific islander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C7BBD2-647B-45AC-B95E-45FA5043B3E3}"/>
              </a:ext>
            </a:extLst>
          </p:cNvPr>
          <p:cNvSpPr txBox="1"/>
          <p:nvPr/>
        </p:nvSpPr>
        <p:spPr>
          <a:xfrm>
            <a:off x="6494180" y="1268287"/>
            <a:ext cx="2210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Two or More Races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D88FD5-4967-47F1-8688-93A31FC07240}"/>
              </a:ext>
            </a:extLst>
          </p:cNvPr>
          <p:cNvSpPr txBox="1"/>
          <p:nvPr/>
        </p:nvSpPr>
        <p:spPr>
          <a:xfrm>
            <a:off x="6527304" y="2396024"/>
            <a:ext cx="1830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Hispanic, Latino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24D002-1FD1-4567-B3EA-617392C015AA}"/>
              </a:ext>
            </a:extLst>
          </p:cNvPr>
          <p:cNvSpPr txBox="1"/>
          <p:nvPr/>
        </p:nvSpPr>
        <p:spPr>
          <a:xfrm>
            <a:off x="6526561" y="3833504"/>
            <a:ext cx="325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White, not Hispanic or Latino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69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916A8-7094-4E36-96C3-49122712B620}"/>
              </a:ext>
            </a:extLst>
          </p:cNvPr>
          <p:cNvSpPr txBox="1"/>
          <p:nvPr/>
        </p:nvSpPr>
        <p:spPr>
          <a:xfrm>
            <a:off x="287867" y="220134"/>
            <a:ext cx="1701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RHI+SEX</a:t>
            </a:r>
            <a:endParaRPr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5BE4818-9960-4340-8223-EC5D56480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7" y="1069445"/>
            <a:ext cx="6533063" cy="148702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902AB72-4CD7-475B-B23F-B1F3F6FF5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3754437"/>
            <a:ext cx="7050104" cy="2871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2D5FAB-C857-48FA-80F3-EFFC4289CD36}"/>
              </a:ext>
            </a:extLst>
          </p:cNvPr>
          <p:cNvSpPr txBox="1"/>
          <p:nvPr/>
        </p:nvSpPr>
        <p:spPr>
          <a:xfrm>
            <a:off x="343556" y="2187142"/>
            <a:ext cx="17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Female percent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90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916A8-7094-4E36-96C3-49122712B620}"/>
              </a:ext>
            </a:extLst>
          </p:cNvPr>
          <p:cNvSpPr txBox="1"/>
          <p:nvPr/>
        </p:nvSpPr>
        <p:spPr>
          <a:xfrm>
            <a:off x="287867" y="220134"/>
            <a:ext cx="1765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/>
              <a:t>RHI+AGE</a:t>
            </a:r>
            <a:endParaRPr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43BA05-F053-4393-9EBC-CCA3A9337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67" y="998323"/>
            <a:ext cx="5446755" cy="40791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23DB6ED-7DF9-4BF2-9B4E-A076551E4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231" y="4295560"/>
            <a:ext cx="6238216" cy="2562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AD53F2-15BB-46CF-8A1B-8F7A22C74FE6}"/>
              </a:ext>
            </a:extLst>
          </p:cNvPr>
          <p:cNvSpPr txBox="1"/>
          <p:nvPr/>
        </p:nvSpPr>
        <p:spPr>
          <a:xfrm>
            <a:off x="287867" y="1974573"/>
            <a:ext cx="1084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Under 5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90D49-1971-4BCA-90E5-45ADF94D930F}"/>
              </a:ext>
            </a:extLst>
          </p:cNvPr>
          <p:cNvSpPr txBox="1"/>
          <p:nvPr/>
        </p:nvSpPr>
        <p:spPr>
          <a:xfrm>
            <a:off x="222503" y="3244334"/>
            <a:ext cx="183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Under 18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B8D55-03F0-4A3C-945E-5D02B2B2FF3B}"/>
              </a:ext>
            </a:extLst>
          </p:cNvPr>
          <p:cNvSpPr txBox="1"/>
          <p:nvPr/>
        </p:nvSpPr>
        <p:spPr>
          <a:xfrm>
            <a:off x="222503" y="4475553"/>
            <a:ext cx="183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65 and over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056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916A8-7094-4E36-96C3-49122712B620}"/>
              </a:ext>
            </a:extLst>
          </p:cNvPr>
          <p:cNvSpPr txBox="1"/>
          <p:nvPr/>
        </p:nvSpPr>
        <p:spPr>
          <a:xfrm>
            <a:off x="287867" y="220134"/>
            <a:ext cx="2662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RHI+AGE+SEX</a:t>
            </a:r>
            <a:endParaRPr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330897F-4D12-44FD-B329-C966F8511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775" y="3654583"/>
            <a:ext cx="7371092" cy="296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1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916A8-7094-4E36-96C3-49122712B620}"/>
              </a:ext>
            </a:extLst>
          </p:cNvPr>
          <p:cNvSpPr txBox="1"/>
          <p:nvPr/>
        </p:nvSpPr>
        <p:spPr>
          <a:xfrm>
            <a:off x="287867" y="220134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RHI+EDU</a:t>
            </a:r>
            <a:endParaRPr lang="ko-KR" altLang="en-US" sz="28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76F9C4-D795-42A9-B0C1-FF65CCFD1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712" y="4119562"/>
            <a:ext cx="6461921" cy="260297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6B166A-DD6F-43A7-B2E8-72FBB8A51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10" y="904826"/>
            <a:ext cx="6186190" cy="301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DC24FC-7F62-4D90-A9BD-BBC15696B26E}"/>
              </a:ext>
            </a:extLst>
          </p:cNvPr>
          <p:cNvSpPr txBox="1"/>
          <p:nvPr/>
        </p:nvSpPr>
        <p:spPr>
          <a:xfrm>
            <a:off x="722610" y="1652840"/>
            <a:ext cx="711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High school graduate or higher, percent of persons age 25+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F5187-1FE5-42DA-A11A-E4E131FB1786}"/>
              </a:ext>
            </a:extLst>
          </p:cNvPr>
          <p:cNvSpPr txBox="1"/>
          <p:nvPr/>
        </p:nvSpPr>
        <p:spPr>
          <a:xfrm>
            <a:off x="722610" y="3059668"/>
            <a:ext cx="646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Bachelor's degree or higher, percent of persons age 25+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402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551B06-5E7A-4D48-83C7-3DBECC83E63D}"/>
              </a:ext>
            </a:extLst>
          </p:cNvPr>
          <p:cNvSpPr txBox="1"/>
          <p:nvPr/>
        </p:nvSpPr>
        <p:spPr>
          <a:xfrm>
            <a:off x="287867" y="220134"/>
            <a:ext cx="3644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RHI+AGE+SEX+EDU</a:t>
            </a:r>
            <a:endParaRPr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35BCAEF-A490-4F39-8370-9908DF9A1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442" y="3952246"/>
            <a:ext cx="6661273" cy="263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8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89</Words>
  <Application>Microsoft Office PowerPoint</Application>
  <PresentationFormat>와이드스크린</PresentationFormat>
  <Paragraphs>22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Business Analytics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</dc:title>
  <dc:creator>parkgangmin</dc:creator>
  <cp:lastModifiedBy>parkgangmin</cp:lastModifiedBy>
  <cp:revision>5</cp:revision>
  <dcterms:created xsi:type="dcterms:W3CDTF">2019-10-12T02:19:35Z</dcterms:created>
  <dcterms:modified xsi:type="dcterms:W3CDTF">2019-10-12T03:31:01Z</dcterms:modified>
</cp:coreProperties>
</file>