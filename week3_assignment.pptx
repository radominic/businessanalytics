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3281D-AC38-4859-8784-E192A91AF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17CC10-C77C-4D7D-B80F-C78E674C6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163660-D53B-42CE-93D6-815F2C61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9A5483-A114-410B-919C-A3B3D9E6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0A93CF-39BE-4425-8588-63D223353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881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88271-E21C-4800-B440-60D42E3B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0B646-1A11-4E46-867C-DE5E5864C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84C829-78E5-4C25-8EAC-EDABE13FA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2F299C-865A-4E6B-8B84-32BCC51A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EA5210-0E18-4271-8F2D-4DA9DE2B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48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54AA8-51F4-45C2-9E9A-EC3CA36CC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14C4A1-6746-4312-97B9-B1A66E068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9CF35-284B-4963-A982-327FFA43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EA9CC6-F745-4E9F-B2EC-59CD313B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303A37-B3C1-49AC-9EC0-FDA671C0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98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6C6CE-F256-4E8A-BFE1-A1E2718A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31E1C-506C-4236-8571-CF4EDC746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07F3FA-D180-436B-8FC7-EA0B99BD2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3A0234-ADE4-40CA-93C1-AABBD561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BBD7BC-80F0-4B4C-A715-9369E2FC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9875CB-AAD3-4BD2-B191-B69F7196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4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A4F68-A8AB-43C9-B7E3-BED9620A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0D7BB8-C427-4CE9-9C03-63CADC991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DFA228-8D01-40EE-A215-B6D8D565B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B1AD3D-E116-4DB1-9CC8-00643FAFD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ADE9F7-37FB-4DB1-98F4-62A8B9CE9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24E5F8-86B4-4120-B488-55866B3ED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BEB3E0-989C-4239-B8FE-FF11FD12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A4FB50-4C64-4C5B-8F84-362F7A3B4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624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36FFE-921D-476E-BD9E-F98E49A3D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78C17D-860C-4E41-952E-36668F3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0A3214-A06C-4582-9237-E9E4E57C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753939-6C9F-41EF-80CE-C53E606AD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2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8962F3A-6E99-4847-A5E4-879F685A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08DFC5-877C-4935-899D-362CF1DB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C52270-D995-476C-B782-4EA22C832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94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CC8EA-FC19-403B-8614-DCA74309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58C01-D08F-4E3B-8CFE-F88B77F2F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E1E3D5-483D-46F4-AC89-2AAF1675B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47CBC2-E8A7-4419-86EB-76C993AD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20F544-DAE5-4F8D-93AC-F6FA08B3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A7C8B4-592B-46CB-92EF-7F7B383A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990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8789B-32CC-4353-BA96-7E3CB2D33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102E87-CDF8-49F7-A8ED-11B79777D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BBC293-9916-4D7F-BDB3-5C6616796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86A688-2CB2-4D54-9BCC-2DC6077A0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B69814-43B8-40C7-B3CE-FDCCAB7D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0D7BF6-1FB4-4736-B587-95491BC1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032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32E80-7673-4BE6-9A55-8A1342F6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18C4F2-E918-429A-B30E-698AAEBF9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7821A-7916-4C37-B7C7-DED42AD8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2CB12C-2E37-470D-B2F9-E770CC9A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55E01C-BAF8-439C-B0B4-A68C2F28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69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2F5AA7-99EB-44A7-BF86-8DA5380E4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4A6F47-9040-4D59-A2A0-95B8671FD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9E6CE0-8205-4CA2-82F9-517BA94F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856309-17B3-41B9-8933-2D30569C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4E726C-FB4E-4DAA-BFEB-3AD36AA0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15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BE4657-36C3-4E75-BC7B-4984D34F5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BC7B93-92C2-485C-A79E-C288C0BC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44EE74-BBC6-43F3-A32F-ACE9876F3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971ED-ED73-4B32-A16A-9B438B9E2CC4}" type="datetimeFigureOut">
              <a:rPr lang="ko-KR" altLang="en-US" smtClean="0"/>
              <a:t>2019-09-23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E7E1E0-96CF-4779-95B1-90CBC1175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5098F0-A3E5-482F-8AA5-6FCD48A1E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53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A3140-03C1-4DAF-A48E-9EFC31CF2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Business</a:t>
            </a:r>
            <a:r>
              <a:rPr lang="ko-KR" altLang="en-US" dirty="0"/>
              <a:t> </a:t>
            </a:r>
            <a:r>
              <a:rPr lang="en-US" altLang="ko-KR" dirty="0"/>
              <a:t>Analytics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F5E789-8159-41CF-B70E-1B4C98ED7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15146312 Park, Gangmin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5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5624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About ‘view’,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‘condition’ and ‘grade’</a:t>
            </a:r>
            <a:endParaRPr lang="ko-KR" altLang="en-US" sz="2400" b="1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91D1F94E-4CDA-4C8D-80BF-A1CD0E6B1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519" y="1456518"/>
            <a:ext cx="6922253" cy="220852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6B77579-7F48-4A9F-928D-768B2CF23661}"/>
              </a:ext>
            </a:extLst>
          </p:cNvPr>
          <p:cNvSpPr txBox="1"/>
          <p:nvPr/>
        </p:nvSpPr>
        <p:spPr>
          <a:xfrm>
            <a:off x="9126210" y="2052950"/>
            <a:ext cx="9583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From 0~4</a:t>
            </a:r>
          </a:p>
          <a:p>
            <a:endParaRPr lang="en-US" altLang="ko-KR" sz="1200" dirty="0"/>
          </a:p>
          <a:p>
            <a:r>
              <a:rPr lang="en-US" altLang="ko-KR" sz="1200" dirty="0"/>
              <a:t>From 1~5</a:t>
            </a:r>
          </a:p>
          <a:p>
            <a:endParaRPr lang="en-US" altLang="ko-KR" sz="1200" dirty="0"/>
          </a:p>
          <a:p>
            <a:r>
              <a:rPr lang="en-US" altLang="ko-KR" sz="1200" dirty="0"/>
              <a:t>From 1~13</a:t>
            </a:r>
            <a:endParaRPr lang="ko-KR" alt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16F796-3C15-4F87-8F4E-29AEF33F8399}"/>
              </a:ext>
            </a:extLst>
          </p:cNvPr>
          <p:cNvSpPr txBox="1"/>
          <p:nvPr/>
        </p:nvSpPr>
        <p:spPr>
          <a:xfrm>
            <a:off x="5001029" y="868407"/>
            <a:ext cx="17020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Categorical variables</a:t>
            </a:r>
            <a:endParaRPr lang="ko-KR" altLang="en-US" sz="1200" b="1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53E20C68-4FDC-4019-BB85-979E4A33B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54" y="4098728"/>
            <a:ext cx="4002934" cy="2468619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E2548045-66E4-4E5F-857F-C568CA399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115" y="4133014"/>
            <a:ext cx="3960076" cy="2400046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5D4F8A28-D87E-48E1-9E5C-057C4C458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4191" y="4133014"/>
            <a:ext cx="3960076" cy="246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6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8E918F-8912-4A50-85EC-A8625C0059B2}"/>
              </a:ext>
            </a:extLst>
          </p:cNvPr>
          <p:cNvSpPr txBox="1"/>
          <p:nvPr/>
        </p:nvSpPr>
        <p:spPr>
          <a:xfrm>
            <a:off x="166254" y="129310"/>
            <a:ext cx="7675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Compare ‘view’,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‘condition’ and ‘grade’ with ‘price’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4B230A-2682-4D1A-B8B2-ABE1059F2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847" y="1656773"/>
            <a:ext cx="4400550" cy="27241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D381597-B49B-4C02-B0B5-A01252C88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669" y="1656773"/>
            <a:ext cx="4410075" cy="2705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25F155-D067-4163-B114-EEF32D83380C}"/>
              </a:ext>
            </a:extLst>
          </p:cNvPr>
          <p:cNvSpPr txBox="1"/>
          <p:nvPr/>
        </p:nvSpPr>
        <p:spPr>
          <a:xfrm>
            <a:off x="4635279" y="5062727"/>
            <a:ext cx="292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It seems there is no significant relation</a:t>
            </a:r>
          </a:p>
        </p:txBody>
      </p:sp>
    </p:spTree>
    <p:extLst>
      <p:ext uri="{BB962C8B-B14F-4D97-AF65-F5344CB8AC3E}">
        <p14:creationId xmlns:p14="http://schemas.microsoft.com/office/powerpoint/2010/main" val="111632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8E918F-8912-4A50-85EC-A8625C0059B2}"/>
              </a:ext>
            </a:extLst>
          </p:cNvPr>
          <p:cNvSpPr txBox="1"/>
          <p:nvPr/>
        </p:nvSpPr>
        <p:spPr>
          <a:xfrm>
            <a:off x="166254" y="129310"/>
            <a:ext cx="7675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Compare ‘view’,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‘condition’ and ‘grade’ with ‘price’</a:t>
            </a:r>
            <a:endParaRPr lang="ko-KR" altLang="en-US" sz="2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0209E6-3CD0-46E4-8833-2231B2CD2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206" y="1873896"/>
            <a:ext cx="4410075" cy="26765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B0544F0-5831-44ED-AF1C-893A1B129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623" y="1873896"/>
            <a:ext cx="4391025" cy="2714625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67021765-8446-4D43-A5EC-F32ABB98A5DB}"/>
              </a:ext>
            </a:extLst>
          </p:cNvPr>
          <p:cNvSpPr/>
          <p:nvPr/>
        </p:nvSpPr>
        <p:spPr>
          <a:xfrm>
            <a:off x="5591007" y="3053280"/>
            <a:ext cx="858984" cy="5449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657CE0-0254-4A3F-A672-DB3A175496D3}"/>
              </a:ext>
            </a:extLst>
          </p:cNvPr>
          <p:cNvSpPr txBox="1"/>
          <p:nvPr/>
        </p:nvSpPr>
        <p:spPr>
          <a:xfrm>
            <a:off x="7688872" y="4588521"/>
            <a:ext cx="21145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Log transformation of price</a:t>
            </a:r>
          </a:p>
        </p:txBody>
      </p:sp>
    </p:spTree>
    <p:extLst>
      <p:ext uri="{BB962C8B-B14F-4D97-AF65-F5344CB8AC3E}">
        <p14:creationId xmlns:p14="http://schemas.microsoft.com/office/powerpoint/2010/main" val="176880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5D2E662-5601-4B26-889F-C87D66688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293" y="1164652"/>
            <a:ext cx="4792577" cy="41186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7577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Interpret the result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with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‘view’,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‘condition’, ‘grade’</a:t>
            </a:r>
            <a:endParaRPr lang="ko-KR" altLang="en-US" sz="24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4A4BB02-A650-45BC-8E91-DDE54FF46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04" y="1141593"/>
            <a:ext cx="5132296" cy="41186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BBE2B9-5625-4729-9AEE-4F12C55D9AB4}"/>
              </a:ext>
            </a:extLst>
          </p:cNvPr>
          <p:cNvSpPr txBox="1"/>
          <p:nvPr/>
        </p:nvSpPr>
        <p:spPr>
          <a:xfrm>
            <a:off x="321515" y="5718698"/>
            <a:ext cx="5030063" cy="411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 ('bedrooms', 'bathrooms','</a:t>
            </a:r>
            <a:r>
              <a:rPr lang="en-US" altLang="ko-KR" sz="1200" b="1" dirty="0" err="1"/>
              <a:t>sqft_lot</a:t>
            </a:r>
            <a:r>
              <a:rPr lang="en-US" altLang="ko-KR" sz="1200" b="1" dirty="0"/>
              <a:t>', 'floors', 'waterfront', '</a:t>
            </a:r>
            <a:r>
              <a:rPr lang="en-US" altLang="ko-KR" sz="1200" b="1" dirty="0" err="1"/>
              <a:t>sqft_above</a:t>
            </a:r>
            <a:r>
              <a:rPr lang="en-US" altLang="ko-KR" sz="1200" b="1" dirty="0"/>
              <a:t>’, </a:t>
            </a:r>
          </a:p>
          <a:p>
            <a:r>
              <a:rPr lang="en-US" altLang="ko-KR" sz="1200" b="1" dirty="0"/>
              <a:t>'</a:t>
            </a:r>
            <a:r>
              <a:rPr lang="en-US" altLang="ko-KR" sz="1200" b="1" dirty="0" err="1"/>
              <a:t>sqft_basement</a:t>
            </a:r>
            <a:r>
              <a:rPr lang="en-US" altLang="ko-KR" sz="1200" b="1" dirty="0"/>
              <a:t>', '</a:t>
            </a:r>
            <a:r>
              <a:rPr lang="en-US" altLang="ko-KR" sz="1200" b="1" dirty="0" err="1"/>
              <a:t>yr_built</a:t>
            </a:r>
            <a:r>
              <a:rPr lang="en-US" altLang="ko-KR" sz="1200" b="1" dirty="0"/>
              <a:t>', '</a:t>
            </a:r>
            <a:r>
              <a:rPr lang="en-US" altLang="ko-KR" sz="1200" b="1" dirty="0" err="1"/>
              <a:t>yr_renovated</a:t>
            </a:r>
            <a:r>
              <a:rPr lang="en-US" altLang="ko-KR" sz="1200" b="1" dirty="0"/>
              <a:t>', 'sqft_living15', 'sqft_lot15')</a:t>
            </a:r>
            <a:endParaRPr lang="ko-KR" altLang="en-US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AFF09-98C5-4753-87C1-0E18209EA1E5}"/>
              </a:ext>
            </a:extLst>
          </p:cNvPr>
          <p:cNvSpPr txBox="1"/>
          <p:nvPr/>
        </p:nvSpPr>
        <p:spPr>
          <a:xfrm>
            <a:off x="7832405" y="5785997"/>
            <a:ext cx="2273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Add (‘grade’) with log(price)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A0DF15-E205-425A-B01F-FACA897D210C}"/>
              </a:ext>
            </a:extLst>
          </p:cNvPr>
          <p:cNvSpPr/>
          <p:nvPr/>
        </p:nvSpPr>
        <p:spPr>
          <a:xfrm>
            <a:off x="10648996" y="1397158"/>
            <a:ext cx="415920" cy="134625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F754AD2-29C3-4039-95BB-6F97CC363585}"/>
              </a:ext>
            </a:extLst>
          </p:cNvPr>
          <p:cNvSpPr/>
          <p:nvPr/>
        </p:nvSpPr>
        <p:spPr>
          <a:xfrm>
            <a:off x="6446293" y="4391871"/>
            <a:ext cx="4792577" cy="134626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8D5E00C-A52D-4AEF-AF1E-86934DD0AE2F}"/>
              </a:ext>
            </a:extLst>
          </p:cNvPr>
          <p:cNvSpPr/>
          <p:nvPr/>
        </p:nvSpPr>
        <p:spPr>
          <a:xfrm>
            <a:off x="2312798" y="4806585"/>
            <a:ext cx="643250" cy="2974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E24846E-7E53-496A-838E-1CA1BE61F41D}"/>
              </a:ext>
            </a:extLst>
          </p:cNvPr>
          <p:cNvSpPr/>
          <p:nvPr/>
        </p:nvSpPr>
        <p:spPr>
          <a:xfrm>
            <a:off x="8247473" y="4888983"/>
            <a:ext cx="409966" cy="287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B3CE728-F105-4186-B848-C1F464835ACD}"/>
              </a:ext>
            </a:extLst>
          </p:cNvPr>
          <p:cNvSpPr/>
          <p:nvPr/>
        </p:nvSpPr>
        <p:spPr>
          <a:xfrm>
            <a:off x="8769088" y="4368246"/>
            <a:ext cx="400079" cy="1582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5F1190-663D-4C8C-B2FF-2D3DC2A88AA9}"/>
              </a:ext>
            </a:extLst>
          </p:cNvPr>
          <p:cNvSpPr/>
          <p:nvPr/>
        </p:nvSpPr>
        <p:spPr>
          <a:xfrm>
            <a:off x="5011594" y="1385368"/>
            <a:ext cx="415920" cy="134625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505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49E3E12-0C1A-4670-B7F4-66CA7B0BB702}"/>
              </a:ext>
            </a:extLst>
          </p:cNvPr>
          <p:cNvSpPr txBox="1"/>
          <p:nvPr/>
        </p:nvSpPr>
        <p:spPr>
          <a:xfrm>
            <a:off x="166254" y="129310"/>
            <a:ext cx="4814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About ‘</a:t>
            </a:r>
            <a:r>
              <a:rPr lang="en-US" altLang="ko-KR" sz="2400" b="1" dirty="0" err="1"/>
              <a:t>zipcode</a:t>
            </a:r>
            <a:r>
              <a:rPr lang="en-US" altLang="ko-KR" sz="2400" b="1" dirty="0"/>
              <a:t>’,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‘</a:t>
            </a:r>
            <a:r>
              <a:rPr lang="en-US" altLang="ko-KR" sz="2400" b="1" dirty="0" err="1"/>
              <a:t>lat</a:t>
            </a:r>
            <a:r>
              <a:rPr lang="en-US" altLang="ko-KR" sz="2400" b="1" dirty="0"/>
              <a:t>’ and ‘long’</a:t>
            </a:r>
            <a:endParaRPr lang="ko-KR" altLang="en-US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758B40F-4102-4FEC-AA1F-1A762FB8F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320" y="1627297"/>
            <a:ext cx="7654694" cy="170994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5437D1A-98A0-4867-9099-854B935FDADF}"/>
              </a:ext>
            </a:extLst>
          </p:cNvPr>
          <p:cNvSpPr txBox="1"/>
          <p:nvPr/>
        </p:nvSpPr>
        <p:spPr>
          <a:xfrm>
            <a:off x="9126210" y="2052950"/>
            <a:ext cx="19153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From 98001~98199</a:t>
            </a:r>
          </a:p>
          <a:p>
            <a:endParaRPr lang="en-US" altLang="ko-KR" sz="1200" dirty="0"/>
          </a:p>
          <a:p>
            <a:r>
              <a:rPr lang="en-US" altLang="ko-KR" sz="1200" dirty="0"/>
              <a:t>From 47.1559~47.7776</a:t>
            </a:r>
          </a:p>
          <a:p>
            <a:endParaRPr lang="en-US" altLang="ko-KR" sz="1200" dirty="0"/>
          </a:p>
          <a:p>
            <a:r>
              <a:rPr lang="en-US" altLang="ko-KR" sz="1200" dirty="0"/>
              <a:t>From -122.519~-121.315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03D82F-115C-4A73-9414-F6D35D012223}"/>
              </a:ext>
            </a:extLst>
          </p:cNvPr>
          <p:cNvSpPr txBox="1"/>
          <p:nvPr/>
        </p:nvSpPr>
        <p:spPr>
          <a:xfrm>
            <a:off x="5001029" y="868407"/>
            <a:ext cx="17020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Categorical variables</a:t>
            </a:r>
            <a:endParaRPr lang="ko-KR" altLang="en-US" sz="12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C932F4-3528-4203-9302-33C40B7EB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23" y="3464552"/>
            <a:ext cx="3401868" cy="33934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5838E09-557D-4B3D-AA88-650617A4D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9246" y="3458466"/>
            <a:ext cx="3421095" cy="337917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4A4B409-15C5-4816-B87E-27338FB2C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1885" y="3500390"/>
            <a:ext cx="3412710" cy="333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28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0403D4F-CC0D-4AC0-BBA8-893BD6F4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409" y="2057400"/>
            <a:ext cx="4495800" cy="2743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166CED-8F16-4625-BF39-2DD5D7C35CDB}"/>
              </a:ext>
            </a:extLst>
          </p:cNvPr>
          <p:cNvSpPr txBox="1"/>
          <p:nvPr/>
        </p:nvSpPr>
        <p:spPr>
          <a:xfrm>
            <a:off x="166254" y="129310"/>
            <a:ext cx="4662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Compare ‘</a:t>
            </a:r>
            <a:r>
              <a:rPr lang="en-US" altLang="ko-KR" sz="2400" b="1" dirty="0" err="1"/>
              <a:t>zipcode</a:t>
            </a:r>
            <a:r>
              <a:rPr lang="en-US" altLang="ko-KR" sz="2400" b="1" dirty="0"/>
              <a:t>’ with ‘price’</a:t>
            </a:r>
            <a:endParaRPr lang="ko-KR" altLang="en-US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1C2768-6C32-4D74-BD35-FB94BD05BD67}"/>
              </a:ext>
            </a:extLst>
          </p:cNvPr>
          <p:cNvSpPr txBox="1"/>
          <p:nvPr/>
        </p:nvSpPr>
        <p:spPr>
          <a:xfrm>
            <a:off x="7406188" y="3290500"/>
            <a:ext cx="24956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It seems there is no special thins</a:t>
            </a:r>
          </a:p>
        </p:txBody>
      </p:sp>
    </p:spTree>
    <p:extLst>
      <p:ext uri="{BB962C8B-B14F-4D97-AF65-F5344CB8AC3E}">
        <p14:creationId xmlns:p14="http://schemas.microsoft.com/office/powerpoint/2010/main" val="228152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F166CED-8F16-4625-BF39-2DD5D7C35CDB}"/>
              </a:ext>
            </a:extLst>
          </p:cNvPr>
          <p:cNvSpPr txBox="1"/>
          <p:nvPr/>
        </p:nvSpPr>
        <p:spPr>
          <a:xfrm>
            <a:off x="166254" y="129310"/>
            <a:ext cx="5496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Compare ‘</a:t>
            </a:r>
            <a:r>
              <a:rPr lang="en-US" altLang="ko-KR" sz="2400" b="1" dirty="0" err="1"/>
              <a:t>lat</a:t>
            </a:r>
            <a:r>
              <a:rPr lang="en-US" altLang="ko-KR" sz="2400" b="1" dirty="0"/>
              <a:t>’ and ‘long’ with ‘price’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F78476-D126-46FA-9734-019A5C37B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977" y="767738"/>
            <a:ext cx="3749603" cy="22799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A4FF366-79C9-41E9-85A8-6F6EA33D5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126" y="787599"/>
            <a:ext cx="3733715" cy="2240229"/>
          </a:xfrm>
          <a:prstGeom prst="rect">
            <a:avLst/>
          </a:prstGeom>
        </p:spPr>
      </p:pic>
      <p:pic>
        <p:nvPicPr>
          <p:cNvPr id="1026" name="Picture 2" descr="king countyì ëí ì´ë¯¸ì§ ê²ìê²°ê³¼">
            <a:extLst>
              <a:ext uri="{FF2B5EF4-FFF2-40B4-BE49-F238E27FC236}">
                <a16:creationId xmlns:a16="http://schemas.microsoft.com/office/drawing/2014/main" id="{167AFBCF-4D07-43C0-A84D-AD757FD36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1977" y="4389298"/>
            <a:ext cx="3177629" cy="227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king countyì ëí ì´ë¯¸ì§ ê²ìê²°ê³¼">
            <a:extLst>
              <a:ext uri="{FF2B5EF4-FFF2-40B4-BE49-F238E27FC236}">
                <a16:creationId xmlns:a16="http://schemas.microsoft.com/office/drawing/2014/main" id="{80C164EC-17C3-4B50-AA86-CEB25828C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719" y="4389298"/>
            <a:ext cx="3177629" cy="227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1581FFBD-D4D5-4A19-A689-C4A4F0E00B3B}"/>
              </a:ext>
            </a:extLst>
          </p:cNvPr>
          <p:cNvSpPr/>
          <p:nvPr/>
        </p:nvSpPr>
        <p:spPr>
          <a:xfrm>
            <a:off x="3458288" y="6105550"/>
            <a:ext cx="254211" cy="51321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DD532C1B-35AF-4A41-AA4A-94FA1D010BAE}"/>
              </a:ext>
            </a:extLst>
          </p:cNvPr>
          <p:cNvSpPr/>
          <p:nvPr/>
        </p:nvSpPr>
        <p:spPr>
          <a:xfrm rot="10800000">
            <a:off x="3465241" y="4326807"/>
            <a:ext cx="254211" cy="51321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994B96-3DAF-45B2-A778-B09ACE2BB4B6}"/>
              </a:ext>
            </a:extLst>
          </p:cNvPr>
          <p:cNvSpPr txBox="1"/>
          <p:nvPr/>
        </p:nvSpPr>
        <p:spPr>
          <a:xfrm>
            <a:off x="4396509" y="3865142"/>
            <a:ext cx="3564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Different prices can be compared according to specific states, specific regions.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DAED81-C66D-4AE4-BF99-25AFCEC381C8}"/>
              </a:ext>
            </a:extLst>
          </p:cNvPr>
          <p:cNvSpPr txBox="1"/>
          <p:nvPr/>
        </p:nvSpPr>
        <p:spPr>
          <a:xfrm>
            <a:off x="137455" y="1733313"/>
            <a:ext cx="1819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Without other resource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8D28A2-F8BA-41A9-AC3E-8D25260A6132}"/>
              </a:ext>
            </a:extLst>
          </p:cNvPr>
          <p:cNvSpPr txBox="1"/>
          <p:nvPr/>
        </p:nvSpPr>
        <p:spPr>
          <a:xfrm>
            <a:off x="137455" y="5390772"/>
            <a:ext cx="1819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With other resource</a:t>
            </a:r>
          </a:p>
          <a:p>
            <a:endParaRPr lang="en-US" altLang="ko-KR" sz="1200" dirty="0"/>
          </a:p>
          <a:p>
            <a:r>
              <a:rPr lang="en-US" altLang="ko-KR" sz="1200" dirty="0"/>
              <a:t>ex) Map</a:t>
            </a:r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C4F08D8A-A0AF-49D7-B0E7-0634577487C6}"/>
              </a:ext>
            </a:extLst>
          </p:cNvPr>
          <p:cNvSpPr/>
          <p:nvPr/>
        </p:nvSpPr>
        <p:spPr>
          <a:xfrm rot="10800000">
            <a:off x="4986703" y="2010312"/>
            <a:ext cx="254211" cy="51321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25C5E583-6881-4A20-A350-3C1C171AB8C0}"/>
              </a:ext>
            </a:extLst>
          </p:cNvPr>
          <p:cNvSpPr/>
          <p:nvPr/>
        </p:nvSpPr>
        <p:spPr>
          <a:xfrm>
            <a:off x="2930129" y="2063342"/>
            <a:ext cx="254211" cy="51321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56FC9C-3E58-42D7-91AA-48EBBEBCB211}"/>
              </a:ext>
            </a:extLst>
          </p:cNvPr>
          <p:cNvSpPr txBox="1"/>
          <p:nvPr/>
        </p:nvSpPr>
        <p:spPr>
          <a:xfrm>
            <a:off x="3005529" y="2991672"/>
            <a:ext cx="2303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High latitude high price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7862D4-EA40-4688-8BAB-C73923126788}"/>
              </a:ext>
            </a:extLst>
          </p:cNvPr>
          <p:cNvSpPr txBox="1"/>
          <p:nvPr/>
        </p:nvSpPr>
        <p:spPr>
          <a:xfrm>
            <a:off x="7183422" y="2991672"/>
            <a:ext cx="2303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Low longitude high price </a:t>
            </a:r>
          </a:p>
        </p:txBody>
      </p:sp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6011497F-D5B0-414F-872D-CC5D7A4EE6CE}"/>
              </a:ext>
            </a:extLst>
          </p:cNvPr>
          <p:cNvSpPr/>
          <p:nvPr/>
        </p:nvSpPr>
        <p:spPr>
          <a:xfrm rot="10800000">
            <a:off x="7103094" y="2054328"/>
            <a:ext cx="254211" cy="51321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D60A0418-4A35-4FBC-B82A-9F7E5452F304}"/>
              </a:ext>
            </a:extLst>
          </p:cNvPr>
          <p:cNvSpPr/>
          <p:nvPr/>
        </p:nvSpPr>
        <p:spPr>
          <a:xfrm>
            <a:off x="9007660" y="2054328"/>
            <a:ext cx="254211" cy="51321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4AF78679-024F-4C72-9D6F-CA6D67ECE9EB}"/>
              </a:ext>
            </a:extLst>
          </p:cNvPr>
          <p:cNvSpPr/>
          <p:nvPr/>
        </p:nvSpPr>
        <p:spPr>
          <a:xfrm rot="10800000">
            <a:off x="6975988" y="5134163"/>
            <a:ext cx="254211" cy="51321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AA067087-437A-4BC0-944F-61F635BA8057}"/>
              </a:ext>
            </a:extLst>
          </p:cNvPr>
          <p:cNvSpPr/>
          <p:nvPr/>
        </p:nvSpPr>
        <p:spPr>
          <a:xfrm>
            <a:off x="9060441" y="5216135"/>
            <a:ext cx="254211" cy="51321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451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167</Words>
  <Application>Microsoft Office PowerPoint</Application>
  <PresentationFormat>와이드스크린</PresentationFormat>
  <Paragraphs>34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Business Analytics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Analytics</dc:title>
  <dc:creator>parkgangmin</dc:creator>
  <cp:lastModifiedBy>parkgangmin</cp:lastModifiedBy>
  <cp:revision>18</cp:revision>
  <dcterms:created xsi:type="dcterms:W3CDTF">2019-09-16T12:41:50Z</dcterms:created>
  <dcterms:modified xsi:type="dcterms:W3CDTF">2019-09-23T12:06:20Z</dcterms:modified>
</cp:coreProperties>
</file>