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3281D-AC38-4859-8784-E192A91AF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17CC10-C77C-4D7D-B80F-C78E674C6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163660-D53B-42CE-93D6-815F2C61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A5483-A114-410B-919C-A3B3D9E6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0A93CF-39BE-4425-8588-63D22335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881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88271-E21C-4800-B440-60D42E3B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0B646-1A11-4E46-867C-DE5E5864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4C829-78E5-4C25-8EAC-EDABE13F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F299C-865A-4E6B-8B84-32BCC51A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EA5210-0E18-4271-8F2D-4DA9DE2B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48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4AA8-51F4-45C2-9E9A-EC3CA36C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14C4A1-6746-4312-97B9-B1A66E068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9CF35-284B-4963-A982-327FFA43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A9CC6-F745-4E9F-B2EC-59CD313B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303A37-B3C1-49AC-9EC0-FDA671C0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6C6CE-F256-4E8A-BFE1-A1E2718A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31E1C-506C-4236-8571-CF4EDC74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07F3FA-D180-436B-8FC7-EA0B99BD2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3A0234-ADE4-40CA-93C1-AABBD561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BD7BC-80F0-4B4C-A715-9369E2FC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875CB-AAD3-4BD2-B191-B69F7196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4F68-A8AB-43C9-B7E3-BED9620A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D7BB8-C427-4CE9-9C03-63CADC991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FA228-8D01-40EE-A215-B6D8D565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B1AD3D-E116-4DB1-9CC8-00643FAFD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ADE9F7-37FB-4DB1-98F4-62A8B9CE9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24E5F8-86B4-4120-B488-55866B3ED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BEB3E0-989C-4239-B8FE-FF11FD12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A4FB50-4C64-4C5B-8F84-362F7A3B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2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6FFE-921D-476E-BD9E-F98E49A3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78C17D-860C-4E41-952E-36668F3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0A3214-A06C-4582-9237-E9E4E57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753939-6C9F-41EF-80CE-C53E606A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2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962F3A-6E99-4847-A5E4-879F685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08DFC5-877C-4935-899D-362CF1DB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52270-D995-476C-B782-4EA22C83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4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CC8EA-FC19-403B-8614-DCA74309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58C01-D08F-4E3B-8CFE-F88B77F2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E1E3D5-483D-46F4-AC89-2AAF1675B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47CBC2-E8A7-4419-86EB-76C993A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20F544-DAE5-4F8D-93AC-F6FA08B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A7C8B4-592B-46CB-92EF-7F7B383A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9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8789B-32CC-4353-BA96-7E3CB2D3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102E87-CDF8-49F7-A8ED-11B79777D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BBC293-9916-4D7F-BDB3-5C6616796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86A688-2CB2-4D54-9BCC-2DC6077A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69814-43B8-40C7-B3CE-FDCCAB7D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0D7BF6-1FB4-4736-B587-95491BC1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03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32E80-7673-4BE6-9A55-8A1342F6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8C4F2-E918-429A-B30E-698AAEBF9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7821A-7916-4C37-B7C7-DED42AD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CB12C-2E37-470D-B2F9-E770CC9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55E01C-BAF8-439C-B0B4-A68C2F28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2F5AA7-99EB-44A7-BF86-8DA5380E4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4A6F47-9040-4D59-A2A0-95B8671FD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E6CE0-8205-4CA2-82F9-517BA94F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56309-17B3-41B9-8933-2D30569C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726C-FB4E-4DAA-BFEB-3AD36AA0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BE4657-36C3-4E75-BC7B-4984D34F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BC7B93-92C2-485C-A79E-C288C0BC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4EE74-BBC6-43F3-A32F-ACE9876F3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971ED-ED73-4B32-A16A-9B438B9E2CC4}" type="datetimeFigureOut">
              <a:rPr lang="ko-KR" altLang="en-US" smtClean="0"/>
              <a:t>2019-09-16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E7E1E0-96CF-4779-95B1-90CBC1175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5098F0-A3E5-482F-8AA5-6FCD48A1E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8B23B-AC01-4551-96FE-F16EBB4BA8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3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A3140-03C1-4DAF-A48E-9EFC31CF2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Business</a:t>
            </a:r>
            <a:r>
              <a:rPr lang="ko-KR" altLang="en-US" dirty="0"/>
              <a:t> </a:t>
            </a:r>
            <a:r>
              <a:rPr lang="en-US" altLang="ko-KR" dirty="0"/>
              <a:t>Analytics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5E789-8159-41CF-B70E-1B4C98ED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15146312 Park, Gangmin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5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5962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Interpret the result of linear regression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068194-38F9-4D36-9AF8-C1575667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03" y="928687"/>
            <a:ext cx="5505450" cy="50006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9424FA-164A-49EB-B565-E0F43EED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24" y="1897333"/>
            <a:ext cx="2678847" cy="3274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4D6E-1FD0-4ACA-826D-071353F909B5}"/>
              </a:ext>
            </a:extLst>
          </p:cNvPr>
          <p:cNvSpPr txBox="1"/>
          <p:nvPr/>
        </p:nvSpPr>
        <p:spPr>
          <a:xfrm>
            <a:off x="2947571" y="6097747"/>
            <a:ext cx="176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Regression result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4E34E-FF25-4183-9858-8A0716A1CE49}"/>
              </a:ext>
            </a:extLst>
          </p:cNvPr>
          <p:cNvSpPr txBox="1"/>
          <p:nvPr/>
        </p:nvSpPr>
        <p:spPr>
          <a:xfrm>
            <a:off x="8695338" y="6097747"/>
            <a:ext cx="1080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VIF factor</a:t>
            </a:r>
            <a:endParaRPr lang="ko-KR" altLang="en-US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B41FC4-A20A-4732-A6D2-FDCCC814E1BA}"/>
              </a:ext>
            </a:extLst>
          </p:cNvPr>
          <p:cNvSpPr/>
          <p:nvPr/>
        </p:nvSpPr>
        <p:spPr>
          <a:xfrm>
            <a:off x="10122490" y="2456873"/>
            <a:ext cx="452581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5C6FB3-0ADC-46CC-B419-D489DD0A98EE}"/>
              </a:ext>
            </a:extLst>
          </p:cNvPr>
          <p:cNvSpPr/>
          <p:nvPr/>
        </p:nvSpPr>
        <p:spPr>
          <a:xfrm>
            <a:off x="10122490" y="3874961"/>
            <a:ext cx="452581" cy="230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EBEE5C-FE51-4956-A01C-07CDD6EF65EC}"/>
              </a:ext>
            </a:extLst>
          </p:cNvPr>
          <p:cNvSpPr/>
          <p:nvPr/>
        </p:nvSpPr>
        <p:spPr>
          <a:xfrm>
            <a:off x="10122490" y="4105261"/>
            <a:ext cx="452581" cy="230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5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790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EDA</a:t>
            </a:r>
            <a:endParaRPr lang="ko-KR" altLang="en-US" sz="24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2D6F6-3172-4F52-AAAB-576EBE823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2" y="2139372"/>
            <a:ext cx="3705225" cy="2438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A82FB5-DCC7-4163-8D4C-3717D6239778}"/>
              </a:ext>
            </a:extLst>
          </p:cNvPr>
          <p:cNvSpPr txBox="1"/>
          <p:nvPr/>
        </p:nvSpPr>
        <p:spPr>
          <a:xfrm>
            <a:off x="1652276" y="4577772"/>
            <a:ext cx="962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Box plot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2ACEA5F-155B-4F6A-B307-CAFBE84C3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206" y="2178627"/>
            <a:ext cx="3895725" cy="2400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8C5924-BF3B-4B39-B04D-283DFFD9250F}"/>
              </a:ext>
            </a:extLst>
          </p:cNvPr>
          <p:cNvSpPr txBox="1"/>
          <p:nvPr/>
        </p:nvSpPr>
        <p:spPr>
          <a:xfrm>
            <a:off x="5671551" y="4617027"/>
            <a:ext cx="1149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Histogram</a:t>
            </a:r>
            <a:endParaRPr lang="ko-KR" altLang="en-US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DDA8178-BADD-4603-A0FE-DCFB46CDF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931" y="2207202"/>
            <a:ext cx="3867150" cy="2409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3262A7-DF37-4CB2-A3E0-97845AFC25BD}"/>
              </a:ext>
            </a:extLst>
          </p:cNvPr>
          <p:cNvSpPr txBox="1"/>
          <p:nvPr/>
        </p:nvSpPr>
        <p:spPr>
          <a:xfrm>
            <a:off x="9815506" y="4617027"/>
            <a:ext cx="559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KDE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84126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4058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Data transformation - Log</a:t>
            </a:r>
            <a:endParaRPr lang="ko-KR" altLang="en-US" sz="24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A0161A-E9BF-41B4-82F7-58AB2623E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28" y="914400"/>
            <a:ext cx="5495925" cy="50292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35BB2F6-519C-4619-9D03-14DF5DB0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090" y="1694511"/>
            <a:ext cx="2845977" cy="34689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6CB2F8-5B9D-4785-AB0D-6D142D412642}"/>
              </a:ext>
            </a:extLst>
          </p:cNvPr>
          <p:cNvSpPr txBox="1"/>
          <p:nvPr/>
        </p:nvSpPr>
        <p:spPr>
          <a:xfrm>
            <a:off x="2947571" y="6097747"/>
            <a:ext cx="176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Regression result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43A11-F942-40EE-9AA8-757F05BCD65B}"/>
              </a:ext>
            </a:extLst>
          </p:cNvPr>
          <p:cNvSpPr txBox="1"/>
          <p:nvPr/>
        </p:nvSpPr>
        <p:spPr>
          <a:xfrm>
            <a:off x="8695338" y="6097747"/>
            <a:ext cx="1080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VIF factor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445B7D-5C2A-4640-8633-55BF5F431053}"/>
              </a:ext>
            </a:extLst>
          </p:cNvPr>
          <p:cNvSpPr/>
          <p:nvPr/>
        </p:nvSpPr>
        <p:spPr>
          <a:xfrm>
            <a:off x="9605817" y="2327536"/>
            <a:ext cx="996962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E56026-5051-4B47-9F40-319AC2B30A30}"/>
              </a:ext>
            </a:extLst>
          </p:cNvPr>
          <p:cNvSpPr/>
          <p:nvPr/>
        </p:nvSpPr>
        <p:spPr>
          <a:xfrm>
            <a:off x="9605817" y="3833704"/>
            <a:ext cx="969254" cy="230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751ECF-FE63-44BF-991B-FC87C8718F25}"/>
              </a:ext>
            </a:extLst>
          </p:cNvPr>
          <p:cNvSpPr/>
          <p:nvPr/>
        </p:nvSpPr>
        <p:spPr>
          <a:xfrm>
            <a:off x="5803100" y="1163755"/>
            <a:ext cx="5858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694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F598AC4-2D50-40E5-A2A5-E4C9CF98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257" y="1659775"/>
            <a:ext cx="3187229" cy="36880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DD8F46-9AC5-4B5C-8872-E93414D2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64" y="928687"/>
            <a:ext cx="5476875" cy="5000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4138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Data transformation - root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CB2F8-5B9D-4785-AB0D-6D142D412642}"/>
              </a:ext>
            </a:extLst>
          </p:cNvPr>
          <p:cNvSpPr txBox="1"/>
          <p:nvPr/>
        </p:nvSpPr>
        <p:spPr>
          <a:xfrm>
            <a:off x="2947571" y="6097747"/>
            <a:ext cx="176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Regression result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43A11-F942-40EE-9AA8-757F05BCD65B}"/>
              </a:ext>
            </a:extLst>
          </p:cNvPr>
          <p:cNvSpPr txBox="1"/>
          <p:nvPr/>
        </p:nvSpPr>
        <p:spPr>
          <a:xfrm>
            <a:off x="8695338" y="6097747"/>
            <a:ext cx="1080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VIF factor</a:t>
            </a:r>
            <a:endParaRPr lang="ko-KR" altLang="en-US" sz="16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445B7D-5C2A-4640-8633-55BF5F431053}"/>
              </a:ext>
            </a:extLst>
          </p:cNvPr>
          <p:cNvSpPr/>
          <p:nvPr/>
        </p:nvSpPr>
        <p:spPr>
          <a:xfrm>
            <a:off x="9467273" y="2327536"/>
            <a:ext cx="1135506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E56026-5051-4B47-9F40-319AC2B30A30}"/>
              </a:ext>
            </a:extLst>
          </p:cNvPr>
          <p:cNvSpPr/>
          <p:nvPr/>
        </p:nvSpPr>
        <p:spPr>
          <a:xfrm>
            <a:off x="9559636" y="3940087"/>
            <a:ext cx="1043142" cy="230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AC4DF3-F1A7-44F0-9B31-B3AD35538EEE}"/>
              </a:ext>
            </a:extLst>
          </p:cNvPr>
          <p:cNvSpPr/>
          <p:nvPr/>
        </p:nvSpPr>
        <p:spPr>
          <a:xfrm>
            <a:off x="9559637" y="4174700"/>
            <a:ext cx="1043142" cy="212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751ECF-FE63-44BF-991B-FC87C8718F25}"/>
              </a:ext>
            </a:extLst>
          </p:cNvPr>
          <p:cNvSpPr/>
          <p:nvPr/>
        </p:nvSpPr>
        <p:spPr>
          <a:xfrm>
            <a:off x="5803100" y="1163755"/>
            <a:ext cx="5858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710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B13170-6F33-4682-8BCB-D9CFF031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60" y="1583839"/>
            <a:ext cx="3248794" cy="355022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37DAEF-3FD5-4787-9D60-C208785C0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64" y="900545"/>
            <a:ext cx="5476875" cy="472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10476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Data transformation – remove </a:t>
            </a:r>
            <a:r>
              <a:rPr lang="en-US" altLang="ko-KR" sz="2400" b="1" dirty="0" err="1"/>
              <a:t>sqft_above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sqft_basement</a:t>
            </a:r>
            <a:r>
              <a:rPr lang="en-US" altLang="ko-KR" sz="2400" b="1" dirty="0"/>
              <a:t> from </a:t>
            </a:r>
            <a:r>
              <a:rPr lang="en-US" altLang="ko-KR" sz="2400" b="1" dirty="0" err="1"/>
              <a:t>varlist</a:t>
            </a:r>
            <a:endParaRPr lang="ko-KR" alt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CB2F8-5B9D-4785-AB0D-6D142D412642}"/>
              </a:ext>
            </a:extLst>
          </p:cNvPr>
          <p:cNvSpPr txBox="1"/>
          <p:nvPr/>
        </p:nvSpPr>
        <p:spPr>
          <a:xfrm>
            <a:off x="2947571" y="6097747"/>
            <a:ext cx="176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Regression result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43A11-F942-40EE-9AA8-757F05BCD65B}"/>
              </a:ext>
            </a:extLst>
          </p:cNvPr>
          <p:cNvSpPr txBox="1"/>
          <p:nvPr/>
        </p:nvSpPr>
        <p:spPr>
          <a:xfrm>
            <a:off x="8695338" y="6097747"/>
            <a:ext cx="1080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VIF factor</a:t>
            </a:r>
            <a:endParaRPr lang="ko-KR" altLang="en-US" sz="16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751ECF-FE63-44BF-991B-FC87C8718F25}"/>
              </a:ext>
            </a:extLst>
          </p:cNvPr>
          <p:cNvSpPr/>
          <p:nvPr/>
        </p:nvSpPr>
        <p:spPr>
          <a:xfrm>
            <a:off x="5803100" y="1163755"/>
            <a:ext cx="585800" cy="2493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453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ED1A7-4D11-4153-80F8-0C2DE9884E9B}"/>
              </a:ext>
            </a:extLst>
          </p:cNvPr>
          <p:cNvSpPr txBox="1"/>
          <p:nvPr/>
        </p:nvSpPr>
        <p:spPr>
          <a:xfrm>
            <a:off x="166254" y="129310"/>
            <a:ext cx="1081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Result</a:t>
            </a:r>
            <a:endParaRPr lang="ko-KR" alt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C13190-1DC9-4C55-BFFE-80FAAE6F3CAF}"/>
              </a:ext>
            </a:extLst>
          </p:cNvPr>
          <p:cNvSpPr txBox="1"/>
          <p:nvPr/>
        </p:nvSpPr>
        <p:spPr>
          <a:xfrm>
            <a:off x="3509818" y="2309091"/>
            <a:ext cx="545534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/>
              <a:t>Variable transformation using log</a:t>
            </a:r>
          </a:p>
          <a:p>
            <a:pPr lvl="2"/>
            <a:r>
              <a:rPr lang="en-US" altLang="ko-KR" sz="2400" dirty="0"/>
              <a:t>R-square = 0.187</a:t>
            </a:r>
          </a:p>
          <a:p>
            <a:pPr marL="457200" indent="-457200">
              <a:buAutoNum type="arabicPeriod"/>
            </a:pPr>
            <a:r>
              <a:rPr lang="en-US" altLang="ko-KR" sz="2400" dirty="0"/>
              <a:t>Variable transformation using root</a:t>
            </a:r>
          </a:p>
          <a:p>
            <a:pPr lvl="2"/>
            <a:r>
              <a:rPr lang="en-US" altLang="ko-KR" sz="2400" dirty="0"/>
              <a:t>R-square = 0.198</a:t>
            </a:r>
          </a:p>
          <a:p>
            <a:pPr marL="457200" indent="-457200">
              <a:buAutoNum type="arabicPeriod"/>
            </a:pPr>
            <a:r>
              <a:rPr lang="en-US" altLang="ko-KR" sz="2400" dirty="0"/>
              <a:t>Variable removing</a:t>
            </a:r>
          </a:p>
          <a:p>
            <a:pPr lvl="2"/>
            <a:r>
              <a:rPr lang="en-US" altLang="ko-KR" sz="2400" dirty="0"/>
              <a:t>R-square = 0.88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9935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74</Words>
  <Application>Microsoft Office PowerPoint</Application>
  <PresentationFormat>와이드스크린</PresentationFormat>
  <Paragraphs>25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Business Analytics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</dc:title>
  <dc:creator>parkgangmin</dc:creator>
  <cp:lastModifiedBy>parkgangmin</cp:lastModifiedBy>
  <cp:revision>7</cp:revision>
  <dcterms:created xsi:type="dcterms:W3CDTF">2019-09-16T12:41:50Z</dcterms:created>
  <dcterms:modified xsi:type="dcterms:W3CDTF">2019-09-16T13:37:54Z</dcterms:modified>
</cp:coreProperties>
</file>