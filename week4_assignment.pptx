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1" autoAdjust="0"/>
    <p:restoredTop sz="94660"/>
  </p:normalViewPr>
  <p:slideViewPr>
    <p:cSldViewPr snapToGrid="0">
      <p:cViewPr>
        <p:scale>
          <a:sx n="75" d="100"/>
          <a:sy n="75" d="100"/>
        </p:scale>
        <p:origin x="54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3281D-AC38-4859-8784-E192A91AF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817CC10-C77C-4D7D-B80F-C78E674C6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163660-D53B-42CE-93D6-815F2C61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9A5483-A114-410B-919C-A3B3D9E6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0A93CF-39BE-4425-8588-63D223353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881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88271-E21C-4800-B440-60D42E3B3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0B646-1A11-4E46-867C-DE5E5864C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84C829-78E5-4C25-8EAC-EDABE13FA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2F299C-865A-4E6B-8B84-32BCC51A4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EA5210-0E18-4271-8F2D-4DA9DE2B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484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254AA8-51F4-45C2-9E9A-EC3CA36CC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14C4A1-6746-4312-97B9-B1A66E068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79CF35-284B-4963-A982-327FFA43F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EA9CC6-F745-4E9F-B2EC-59CD313B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303A37-B3C1-49AC-9EC0-FDA671C0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98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6C6CE-F256-4E8A-BFE1-A1E2718A5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31E1C-506C-4236-8571-CF4EDC746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07F3FA-D180-436B-8FC7-EA0B99BD2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3A0234-ADE4-40CA-93C1-AABBD5614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BBD7BC-80F0-4B4C-A715-9369E2FCF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9875CB-AAD3-4BD2-B191-B69F7196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41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9A4F68-A8AB-43C9-B7E3-BED9620AE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0D7BB8-C427-4CE9-9C03-63CADC991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DFA228-8D01-40EE-A215-B6D8D565B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B1AD3D-E116-4DB1-9CC8-00643FAFD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8ADE9F7-37FB-4DB1-98F4-62A8B9CE9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224E5F8-86B4-4120-B488-55866B3ED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7BEB3E0-989C-4239-B8FE-FF11FD12B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A4FB50-4C64-4C5B-8F84-362F7A3B4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624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36FFE-921D-476E-BD9E-F98E49A3D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78C17D-860C-4E41-952E-36668F3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0A3214-A06C-4582-9237-E9E4E57C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753939-6C9F-41EF-80CE-C53E606AD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25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8962F3A-6E99-4847-A5E4-879F685A7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308DFC5-877C-4935-899D-362CF1DB9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C52270-D995-476C-B782-4EA22C832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949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6CC8EA-FC19-403B-8614-DCA743099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58C01-D08F-4E3B-8CFE-F88B77F2F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E1E3D5-483D-46F4-AC89-2AAF1675B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47CBC2-E8A7-4419-86EB-76C993ADC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20F544-DAE5-4F8D-93AC-F6FA08B3D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A7C8B4-592B-46CB-92EF-7F7B383A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990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8789B-32CC-4353-BA96-7E3CB2D33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102E87-CDF8-49F7-A8ED-11B79777D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BBC293-9916-4D7F-BDB3-5C6616796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86A688-2CB2-4D54-9BCC-2DC6077A0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B69814-43B8-40C7-B3CE-FDCCAB7D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0D7BF6-1FB4-4736-B587-95491BC1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032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32E80-7673-4BE6-9A55-8A1342F6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18C4F2-E918-429A-B30E-698AAEBF9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7821A-7916-4C37-B7C7-DED42AD8A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2CB12C-2E37-470D-B2F9-E770CC9A0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55E01C-BAF8-439C-B0B4-A68C2F28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69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2F5AA7-99EB-44A7-BF86-8DA5380E4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4A6F47-9040-4D59-A2A0-95B8671FD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9E6CE0-8205-4CA2-82F9-517BA94F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856309-17B3-41B9-8933-2D30569CD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4E726C-FB4E-4DAA-BFEB-3AD36AA0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152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BE4657-36C3-4E75-BC7B-4984D34F5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BC7B93-92C2-485C-A79E-C288C0BCA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44EE74-BBC6-43F3-A32F-ACE9876F3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971ED-ED73-4B32-A16A-9B438B9E2CC4}" type="datetimeFigureOut">
              <a:rPr lang="ko-KR" altLang="en-US" smtClean="0"/>
              <a:t>2019-09-30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E7E1E0-96CF-4779-95B1-90CBC11754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5098F0-A3E5-482F-8AA5-6FCD48A1E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534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A3140-03C1-4DAF-A48E-9EFC31CF2E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Business</a:t>
            </a:r>
            <a:r>
              <a:rPr lang="ko-KR" altLang="en-US" dirty="0"/>
              <a:t> </a:t>
            </a:r>
            <a:r>
              <a:rPr lang="en-US" altLang="ko-KR" dirty="0"/>
              <a:t>Analytics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F5E789-8159-41CF-B70E-1B4C98ED7F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15146312 Park, Gangmin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551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1593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Split data</a:t>
            </a:r>
            <a:endParaRPr lang="ko-KR" altLang="en-US" sz="24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CD3C36B-6CE2-4A11-8927-9A9A092FB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87" y="2311400"/>
            <a:ext cx="6001168" cy="7016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EAFBC0-66AB-4C4B-92BC-0FF40EA5D130}"/>
              </a:ext>
            </a:extLst>
          </p:cNvPr>
          <p:cNvSpPr txBox="1"/>
          <p:nvPr/>
        </p:nvSpPr>
        <p:spPr>
          <a:xfrm>
            <a:off x="6896100" y="2477571"/>
            <a:ext cx="311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To split data using year info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C1BF59-F7BE-4DF6-B5A4-6A99F15CC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87" y="3670300"/>
            <a:ext cx="7840663" cy="8032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D68948C-FA06-416E-82CA-416BACF32C7F}"/>
              </a:ext>
            </a:extLst>
          </p:cNvPr>
          <p:cNvSpPr txBox="1"/>
          <p:nvPr/>
        </p:nvSpPr>
        <p:spPr>
          <a:xfrm>
            <a:off x="8455341" y="3740745"/>
            <a:ext cx="3637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Make validation set and train set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156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1653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Train data</a:t>
            </a:r>
            <a:endParaRPr lang="ko-KR" altLang="en-US" sz="24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1790CCC-F44E-4F2B-8A03-66B0DBAFB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479" y="2382837"/>
            <a:ext cx="5923042" cy="11731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460DDA-F763-4276-8221-C46D4278374B}"/>
              </a:ext>
            </a:extLst>
          </p:cNvPr>
          <p:cNvSpPr txBox="1"/>
          <p:nvPr/>
        </p:nvSpPr>
        <p:spPr>
          <a:xfrm>
            <a:off x="4495800" y="3798371"/>
            <a:ext cx="2502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Use only sales&gt;0 data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5922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726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nan</a:t>
            </a:r>
            <a:endParaRPr lang="ko-KR" altLang="en-US" sz="24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8D12839-5BBB-4C24-AD56-506C07CE1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081" y="1357675"/>
            <a:ext cx="4725837" cy="414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721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726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nan</a:t>
            </a:r>
            <a:endParaRPr lang="ko-KR" altLang="en-US" sz="24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66BDFC-E09F-4D53-A4B2-D75A2D526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35" y="781475"/>
            <a:ext cx="4546555" cy="57753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2B1C1B-23FD-4274-9020-71D41EC2AE2D}"/>
              </a:ext>
            </a:extLst>
          </p:cNvPr>
          <p:cNvSpPr txBox="1"/>
          <p:nvPr/>
        </p:nvSpPr>
        <p:spPr>
          <a:xfrm>
            <a:off x="5439290" y="3157835"/>
            <a:ext cx="62425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Because of the skewness and outlier, used trimmed mean</a:t>
            </a:r>
          </a:p>
          <a:p>
            <a:endParaRPr lang="en-US" altLang="ko-KR" dirty="0"/>
          </a:p>
          <a:p>
            <a:r>
              <a:rPr lang="en-US" altLang="ko-KR" dirty="0"/>
              <a:t>Fill nan to trimmed mean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4006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726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nan</a:t>
            </a:r>
            <a:endParaRPr lang="ko-KR" alt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2B1C1B-23FD-4274-9020-71D41EC2AE2D}"/>
              </a:ext>
            </a:extLst>
          </p:cNvPr>
          <p:cNvSpPr txBox="1"/>
          <p:nvPr/>
        </p:nvSpPr>
        <p:spPr>
          <a:xfrm>
            <a:off x="5020190" y="5597822"/>
            <a:ext cx="24482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Nan is over than 300.</a:t>
            </a:r>
          </a:p>
          <a:p>
            <a:endParaRPr lang="en-US" altLang="ko-KR" dirty="0"/>
          </a:p>
          <a:p>
            <a:r>
              <a:rPr lang="en-US" altLang="ko-KR" dirty="0"/>
              <a:t>so use median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5FF7579-8A4D-40A4-A07D-D24723637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494" y="798513"/>
            <a:ext cx="4652213" cy="46751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8A8EFA4-B1C1-4E71-A2B1-63F5BF764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770" y="798513"/>
            <a:ext cx="4675187" cy="467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520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726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nan</a:t>
            </a:r>
            <a:endParaRPr lang="ko-KR" altLang="en-US" sz="24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41FE60-21C3-4DA6-AA62-392334B51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35" y="2260963"/>
            <a:ext cx="10204621" cy="14358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FDA439-B567-4C36-B431-B5D594FCABCA}"/>
              </a:ext>
            </a:extLst>
          </p:cNvPr>
          <p:cNvSpPr txBox="1"/>
          <p:nvPr/>
        </p:nvSpPr>
        <p:spPr>
          <a:xfrm>
            <a:off x="3699609" y="4238922"/>
            <a:ext cx="45908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This nan is created by the non-promotion</a:t>
            </a:r>
          </a:p>
          <a:p>
            <a:endParaRPr lang="en-US" altLang="ko-KR" dirty="0"/>
          </a:p>
          <a:p>
            <a:r>
              <a:rPr lang="en-US" altLang="ko-KR" dirty="0"/>
              <a:t>So fill this value to 0</a:t>
            </a:r>
          </a:p>
        </p:txBody>
      </p:sp>
    </p:spTree>
    <p:extLst>
      <p:ext uri="{BB962C8B-B14F-4D97-AF65-F5344CB8AC3E}">
        <p14:creationId xmlns:p14="http://schemas.microsoft.com/office/powerpoint/2010/main" val="1466684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3118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Make new Variables</a:t>
            </a:r>
            <a:endParaRPr lang="ko-KR" altLang="en-US" sz="24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B1461A-2636-4A39-9625-5296C1D6A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979" y="1214735"/>
            <a:ext cx="8676041" cy="89376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C139827-23F4-4A6F-985C-6DD13F35E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155079"/>
            <a:ext cx="12192000" cy="12153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8C17DA-1CEE-46D8-A997-AE9414D82271}"/>
              </a:ext>
            </a:extLst>
          </p:cNvPr>
          <p:cNvSpPr txBox="1"/>
          <p:nvPr/>
        </p:nvSpPr>
        <p:spPr>
          <a:xfrm>
            <a:off x="3800563" y="4719935"/>
            <a:ext cx="56573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change categorical variables to continuous variables</a:t>
            </a:r>
          </a:p>
          <a:p>
            <a:endParaRPr lang="en-US" altLang="ko-KR" dirty="0"/>
          </a:p>
          <a:p>
            <a:r>
              <a:rPr lang="en-US" altLang="ko-KR" dirty="0"/>
              <a:t>When Promo is 0, Promo2sinceyear is also 0</a:t>
            </a:r>
          </a:p>
          <a:p>
            <a:r>
              <a:rPr lang="en-US" altLang="ko-KR" dirty="0"/>
              <a:t>So check the exception to avoid miscalculation</a:t>
            </a:r>
          </a:p>
        </p:txBody>
      </p:sp>
    </p:spTree>
    <p:extLst>
      <p:ext uri="{BB962C8B-B14F-4D97-AF65-F5344CB8AC3E}">
        <p14:creationId xmlns:p14="http://schemas.microsoft.com/office/powerpoint/2010/main" val="3297202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2776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Remove Variables</a:t>
            </a:r>
            <a:endParaRPr lang="ko-KR" altLang="en-US" sz="24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9A70177-3137-4569-8D43-EE98B8EEE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527" y="1247406"/>
            <a:ext cx="9434946" cy="166602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6537A8E-8F38-4AA8-9B8D-D0ED0942F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426" y="4951850"/>
            <a:ext cx="7168573" cy="1536123"/>
          </a:xfrm>
          <a:prstGeom prst="rect">
            <a:avLst/>
          </a:prstGeom>
        </p:spPr>
      </p:pic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C221F9F3-0981-417B-903A-A43565BB1489}"/>
              </a:ext>
            </a:extLst>
          </p:cNvPr>
          <p:cNvSpPr/>
          <p:nvPr/>
        </p:nvSpPr>
        <p:spPr>
          <a:xfrm>
            <a:off x="5803899" y="3860475"/>
            <a:ext cx="584200" cy="656431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3D9FEED-2EFC-4DE3-9AD5-F79BD51D9499}"/>
              </a:ext>
            </a:extLst>
          </p:cNvPr>
          <p:cNvSpPr/>
          <p:nvPr/>
        </p:nvSpPr>
        <p:spPr>
          <a:xfrm>
            <a:off x="2362200" y="1153382"/>
            <a:ext cx="787400" cy="4616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F28DC73-4875-41EE-8E67-67CE7134980C}"/>
              </a:ext>
            </a:extLst>
          </p:cNvPr>
          <p:cNvSpPr/>
          <p:nvPr/>
        </p:nvSpPr>
        <p:spPr>
          <a:xfrm>
            <a:off x="4864101" y="1478866"/>
            <a:ext cx="787400" cy="4616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82655D1-DE2D-4796-B4E9-208AC5E9C565}"/>
              </a:ext>
            </a:extLst>
          </p:cNvPr>
          <p:cNvSpPr/>
          <p:nvPr/>
        </p:nvSpPr>
        <p:spPr>
          <a:xfrm>
            <a:off x="8648702" y="1207474"/>
            <a:ext cx="787400" cy="4616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675C3E9-960D-4635-A26C-7AE39A884FB3}"/>
              </a:ext>
            </a:extLst>
          </p:cNvPr>
          <p:cNvSpPr/>
          <p:nvPr/>
        </p:nvSpPr>
        <p:spPr>
          <a:xfrm>
            <a:off x="2755900" y="1478867"/>
            <a:ext cx="787400" cy="4616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CFC78C2-9701-41E3-9F14-735805E1C306}"/>
              </a:ext>
            </a:extLst>
          </p:cNvPr>
          <p:cNvSpPr/>
          <p:nvPr/>
        </p:nvSpPr>
        <p:spPr>
          <a:xfrm>
            <a:off x="6457951" y="1709698"/>
            <a:ext cx="787400" cy="4616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74F84A73-7D36-4C3D-BADE-A291374F365F}"/>
              </a:ext>
            </a:extLst>
          </p:cNvPr>
          <p:cNvSpPr/>
          <p:nvPr/>
        </p:nvSpPr>
        <p:spPr>
          <a:xfrm>
            <a:off x="3810000" y="1940530"/>
            <a:ext cx="787400" cy="4616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A1C33E9-B5B8-4DEA-A36F-17114C005F87}"/>
              </a:ext>
            </a:extLst>
          </p:cNvPr>
          <p:cNvSpPr/>
          <p:nvPr/>
        </p:nvSpPr>
        <p:spPr>
          <a:xfrm>
            <a:off x="5813713" y="1980462"/>
            <a:ext cx="787400" cy="4616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F65C96B-193B-44D5-AE01-BAFD7021D27C}"/>
              </a:ext>
            </a:extLst>
          </p:cNvPr>
          <p:cNvSpPr/>
          <p:nvPr/>
        </p:nvSpPr>
        <p:spPr>
          <a:xfrm>
            <a:off x="7658101" y="1980462"/>
            <a:ext cx="787400" cy="4616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4877DA-38AA-4534-854C-0A4EFDD1B1D0}"/>
              </a:ext>
            </a:extLst>
          </p:cNvPr>
          <p:cNvSpPr txBox="1"/>
          <p:nvPr/>
        </p:nvSpPr>
        <p:spPr>
          <a:xfrm>
            <a:off x="2967123" y="2892495"/>
            <a:ext cx="6981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Checked only opened store so remove these variables</a:t>
            </a:r>
          </a:p>
          <a:p>
            <a:endParaRPr lang="en-US" altLang="ko-KR" dirty="0"/>
          </a:p>
          <a:p>
            <a:r>
              <a:rPr lang="en-US" altLang="ko-KR" dirty="0"/>
              <a:t>Also competition and promo variables is made to new variables 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5F8E4EB-F5FE-427E-9934-E273EDD34714}"/>
              </a:ext>
            </a:extLst>
          </p:cNvPr>
          <p:cNvSpPr/>
          <p:nvPr/>
        </p:nvSpPr>
        <p:spPr>
          <a:xfrm>
            <a:off x="5016499" y="1153382"/>
            <a:ext cx="787400" cy="4616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095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3251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Categorical Variables</a:t>
            </a:r>
            <a:endParaRPr lang="ko-KR" altLang="en-US" sz="24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359A94F-16B9-4294-840D-C6A0F0B59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84" y="1543194"/>
            <a:ext cx="3762375" cy="16287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1711CA5-D03D-4606-804C-2E48528EB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178" y="1526452"/>
            <a:ext cx="3476625" cy="8953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6EF5370-AC5E-4299-ACC6-B452F5DFE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846" y="1526452"/>
            <a:ext cx="3733800" cy="11620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A935EFC-5225-4FD6-AE05-37C05FEE7C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3102" y="4324784"/>
            <a:ext cx="3810000" cy="10572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3E73A22-16A5-4C85-A98A-5C001033D2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675" y="4324784"/>
            <a:ext cx="2924175" cy="134302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075973F-C424-453C-9696-99D3C2A62BB7}"/>
              </a:ext>
            </a:extLst>
          </p:cNvPr>
          <p:cNvSpPr txBox="1"/>
          <p:nvPr/>
        </p:nvSpPr>
        <p:spPr>
          <a:xfrm>
            <a:off x="6601245" y="5667809"/>
            <a:ext cx="2887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There is no big difference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D968BE-87D2-4889-850F-1A1D215F5292}"/>
              </a:ext>
            </a:extLst>
          </p:cNvPr>
          <p:cNvSpPr txBox="1"/>
          <p:nvPr/>
        </p:nvSpPr>
        <p:spPr>
          <a:xfrm>
            <a:off x="225612" y="3204184"/>
            <a:ext cx="3758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Weekend is higher than weekday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ABF699-8220-4C32-ACD2-A8E86240538A}"/>
              </a:ext>
            </a:extLst>
          </p:cNvPr>
          <p:cNvSpPr txBox="1"/>
          <p:nvPr/>
        </p:nvSpPr>
        <p:spPr>
          <a:xfrm>
            <a:off x="8020117" y="2987303"/>
            <a:ext cx="3061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Type b is higher than other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63123708-9D92-404C-9C98-93EE16083F20}"/>
              </a:ext>
            </a:extLst>
          </p:cNvPr>
          <p:cNvSpPr/>
          <p:nvPr/>
        </p:nvSpPr>
        <p:spPr>
          <a:xfrm>
            <a:off x="527050" y="3683000"/>
            <a:ext cx="419100" cy="203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086C5E-6B8B-4F8D-9616-6B76060838A5}"/>
              </a:ext>
            </a:extLst>
          </p:cNvPr>
          <p:cNvSpPr txBox="1"/>
          <p:nvPr/>
        </p:nvSpPr>
        <p:spPr>
          <a:xfrm>
            <a:off x="1165412" y="3605731"/>
            <a:ext cx="2552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Make</a:t>
            </a:r>
            <a:r>
              <a:rPr lang="ko-KR" altLang="en-US" dirty="0"/>
              <a:t> </a:t>
            </a:r>
            <a:r>
              <a:rPr lang="en-US" altLang="ko-KR" dirty="0"/>
              <a:t>binary</a:t>
            </a:r>
            <a:r>
              <a:rPr lang="ko-KR" altLang="en-US" dirty="0"/>
              <a:t> </a:t>
            </a:r>
            <a:r>
              <a:rPr lang="en-US" altLang="ko-KR" dirty="0"/>
              <a:t>variables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Weekend or weekday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7F8EB2A2-C8CD-4F31-BAA9-6C922013E872}"/>
              </a:ext>
            </a:extLst>
          </p:cNvPr>
          <p:cNvSpPr/>
          <p:nvPr/>
        </p:nvSpPr>
        <p:spPr>
          <a:xfrm>
            <a:off x="7406484" y="3578635"/>
            <a:ext cx="419100" cy="203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93CA42-8B53-4E4E-AAA1-84CE63A8F3BD}"/>
              </a:ext>
            </a:extLst>
          </p:cNvPr>
          <p:cNvSpPr txBox="1"/>
          <p:nvPr/>
        </p:nvSpPr>
        <p:spPr>
          <a:xfrm>
            <a:off x="8044846" y="3501366"/>
            <a:ext cx="2552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Make</a:t>
            </a:r>
            <a:r>
              <a:rPr lang="ko-KR" altLang="en-US" dirty="0"/>
              <a:t> </a:t>
            </a:r>
            <a:r>
              <a:rPr lang="en-US" altLang="ko-KR" dirty="0"/>
              <a:t>binary</a:t>
            </a:r>
            <a:r>
              <a:rPr lang="ko-KR" altLang="en-US" dirty="0"/>
              <a:t> </a:t>
            </a:r>
            <a:r>
              <a:rPr lang="en-US" altLang="ko-KR" dirty="0"/>
              <a:t>variables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Type is b or others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78AF9165-13A4-4D8E-8240-C2BC1AC12289}"/>
              </a:ext>
            </a:extLst>
          </p:cNvPr>
          <p:cNvSpPr/>
          <p:nvPr/>
        </p:nvSpPr>
        <p:spPr>
          <a:xfrm>
            <a:off x="6656675" y="6127948"/>
            <a:ext cx="419100" cy="203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572E45-1081-4CD1-8A00-2C3B856DA484}"/>
              </a:ext>
            </a:extLst>
          </p:cNvPr>
          <p:cNvSpPr txBox="1"/>
          <p:nvPr/>
        </p:nvSpPr>
        <p:spPr>
          <a:xfrm>
            <a:off x="7295037" y="6050679"/>
            <a:ext cx="962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remove</a:t>
            </a:r>
          </a:p>
        </p:txBody>
      </p:sp>
    </p:spTree>
    <p:extLst>
      <p:ext uri="{BB962C8B-B14F-4D97-AF65-F5344CB8AC3E}">
        <p14:creationId xmlns:p14="http://schemas.microsoft.com/office/powerpoint/2010/main" val="1237377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3251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/>
              <a:t>Categorical Variables</a:t>
            </a:r>
            <a:endParaRPr lang="ko-KR" altLang="en-US" sz="24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AF465E-8F3E-440D-9A42-B8B851B28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100" y="1162221"/>
            <a:ext cx="8331202" cy="13650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9D922D-03C7-4DE0-8E38-9BF747E63C9E}"/>
              </a:ext>
            </a:extLst>
          </p:cNvPr>
          <p:cNvSpPr txBox="1"/>
          <p:nvPr/>
        </p:nvSpPr>
        <p:spPr>
          <a:xfrm>
            <a:off x="4736519" y="5511113"/>
            <a:ext cx="2693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Make dummy variables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241E5CF7-A047-4877-AD95-C38A6A1B95E3}"/>
              </a:ext>
            </a:extLst>
          </p:cNvPr>
          <p:cNvSpPr/>
          <p:nvPr/>
        </p:nvSpPr>
        <p:spPr>
          <a:xfrm rot="5400000">
            <a:off x="5873748" y="3327400"/>
            <a:ext cx="419100" cy="203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C22F502-6029-4D50-BF68-F9D72976D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794" y="4155044"/>
            <a:ext cx="5636411" cy="107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172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2228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OLS summary</a:t>
            </a:r>
            <a:endParaRPr lang="ko-KR" altLang="en-US" sz="24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6513B52-ED56-4A16-A4A5-7FA42EC33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0" y="705404"/>
            <a:ext cx="5351296" cy="99395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2F04CDA-226C-41BF-9661-E16389A9B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50" y="1813790"/>
            <a:ext cx="59055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339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2703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Linear regression</a:t>
            </a:r>
            <a:endParaRPr lang="ko-KR" altLang="en-US" sz="24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A6EC8D-014F-4F87-A184-8DC30473E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48" y="2360612"/>
            <a:ext cx="4800885" cy="14620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DF32E72-1DFA-47DE-8B33-7126DF068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248" y="4131837"/>
            <a:ext cx="3845271" cy="608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91054C-9AC4-4F07-BEC3-644BE3612DD0}"/>
              </a:ext>
            </a:extLst>
          </p:cNvPr>
          <p:cNvSpPr txBox="1"/>
          <p:nvPr/>
        </p:nvSpPr>
        <p:spPr>
          <a:xfrm>
            <a:off x="3394221" y="1652046"/>
            <a:ext cx="2073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X_val</a:t>
            </a:r>
            <a:r>
              <a:rPr lang="en-US" altLang="ko-KR" dirty="0"/>
              <a:t> is 2015 data</a:t>
            </a:r>
          </a:p>
        </p:txBody>
      </p:sp>
    </p:spTree>
    <p:extLst>
      <p:ext uri="{BB962C8B-B14F-4D97-AF65-F5344CB8AC3E}">
        <p14:creationId xmlns:p14="http://schemas.microsoft.com/office/powerpoint/2010/main" val="2603127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873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KNN</a:t>
            </a:r>
            <a:endParaRPr lang="ko-KR" altLang="en-US" sz="24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4D1FC4-17BB-4BE5-975A-F932C9831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87" y="1485900"/>
            <a:ext cx="7997938" cy="194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3DD3B3-EE5D-46D9-A57A-F5229CDE9895}"/>
              </a:ext>
            </a:extLst>
          </p:cNvPr>
          <p:cNvSpPr txBox="1"/>
          <p:nvPr/>
        </p:nvSpPr>
        <p:spPr>
          <a:xfrm>
            <a:off x="3675094" y="780534"/>
            <a:ext cx="2073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X_val</a:t>
            </a:r>
            <a:r>
              <a:rPr lang="en-US" altLang="ko-KR" dirty="0"/>
              <a:t> is 2015 data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45545D6-BAE2-4AB3-A431-B3728E80A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234" y="4100512"/>
            <a:ext cx="5463044" cy="86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216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169</Words>
  <Application>Microsoft Office PowerPoint</Application>
  <PresentationFormat>와이드스크린</PresentationFormat>
  <Paragraphs>45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Business Analytics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Analytics</dc:title>
  <dc:creator>parkgangmin</dc:creator>
  <cp:lastModifiedBy>parkgangmin</cp:lastModifiedBy>
  <cp:revision>29</cp:revision>
  <dcterms:created xsi:type="dcterms:W3CDTF">2019-09-16T12:41:50Z</dcterms:created>
  <dcterms:modified xsi:type="dcterms:W3CDTF">2019-09-30T12:10:41Z</dcterms:modified>
</cp:coreProperties>
</file>