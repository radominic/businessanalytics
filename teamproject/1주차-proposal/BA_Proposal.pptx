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74" r:id="rId5"/>
    <p:sldId id="427" r:id="rId6"/>
    <p:sldId id="365" r:id="rId7"/>
    <p:sldId id="406" r:id="rId8"/>
    <p:sldId id="428" r:id="rId9"/>
    <p:sldId id="430" r:id="rId10"/>
    <p:sldId id="433" r:id="rId11"/>
    <p:sldId id="434" r:id="rId12"/>
    <p:sldId id="429" r:id="rId13"/>
    <p:sldId id="438" r:id="rId14"/>
    <p:sldId id="436" r:id="rId15"/>
    <p:sldId id="431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66"/>
    <a:srgbClr val="70AE47"/>
    <a:srgbClr val="FFF2CC"/>
    <a:srgbClr val="ABD882"/>
    <a:srgbClr val="6EAC46"/>
    <a:srgbClr val="FF9933"/>
    <a:srgbClr val="FFCA4F"/>
    <a:srgbClr val="FF6600"/>
    <a:srgbClr val="469014"/>
    <a:srgbClr val="56B0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9F73FD-FBBF-483F-9618-906C268CE90D}" v="150" dt="2019-10-28T12:50:37.5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06" autoAdjust="0"/>
    <p:restoredTop sz="87571" autoAdjust="0"/>
  </p:normalViewPr>
  <p:slideViewPr>
    <p:cSldViewPr snapToGrid="0" showGuides="1">
      <p:cViewPr varScale="1">
        <p:scale>
          <a:sx n="86" d="100"/>
          <a:sy n="86" d="100"/>
        </p:scale>
        <p:origin x="456" y="90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구승효" userId="1d249be0-9805-4db6-8837-edb995d630a7" providerId="ADAL" clId="{BFB163B6-2093-4D51-BDC8-0D81292C6956}"/>
    <pc:docChg chg="undo custSel addSld delSld modSld sldOrd">
      <pc:chgData name="구승효" userId="1d249be0-9805-4db6-8837-edb995d630a7" providerId="ADAL" clId="{BFB163B6-2093-4D51-BDC8-0D81292C6956}" dt="2019-10-28T12:56:43.682" v="2681" actId="1076"/>
      <pc:docMkLst>
        <pc:docMk/>
      </pc:docMkLst>
      <pc:sldChg chg="del">
        <pc:chgData name="구승효" userId="1d249be0-9805-4db6-8837-edb995d630a7" providerId="ADAL" clId="{BFB163B6-2093-4D51-BDC8-0D81292C6956}" dt="2019-10-28T11:11:59.762" v="360" actId="2696"/>
        <pc:sldMkLst>
          <pc:docMk/>
          <pc:sldMk cId="2267640178" sldId="259"/>
        </pc:sldMkLst>
      </pc:sldChg>
      <pc:sldChg chg="del">
        <pc:chgData name="구승효" userId="1d249be0-9805-4db6-8837-edb995d630a7" providerId="ADAL" clId="{BFB163B6-2093-4D51-BDC8-0D81292C6956}" dt="2019-10-28T11:12:00.317" v="366" actId="2696"/>
        <pc:sldMkLst>
          <pc:docMk/>
          <pc:sldMk cId="3116253625" sldId="262"/>
        </pc:sldMkLst>
      </pc:sldChg>
      <pc:sldChg chg="modSp">
        <pc:chgData name="구승효" userId="1d249be0-9805-4db6-8837-edb995d630a7" providerId="ADAL" clId="{BFB163B6-2093-4D51-BDC8-0D81292C6956}" dt="2019-10-28T11:18:11.059" v="559" actId="20577"/>
        <pc:sldMkLst>
          <pc:docMk/>
          <pc:sldMk cId="4010011971" sldId="274"/>
        </pc:sldMkLst>
        <pc:spChg chg="mod">
          <ac:chgData name="구승효" userId="1d249be0-9805-4db6-8837-edb995d630a7" providerId="ADAL" clId="{BFB163B6-2093-4D51-BDC8-0D81292C6956}" dt="2019-10-28T11:09:36.132" v="298" actId="208"/>
          <ac:spMkLst>
            <pc:docMk/>
            <pc:sldMk cId="4010011971" sldId="274"/>
            <ac:spMk id="7" creationId="{87F21173-3E8A-4249-8C1D-F897ADD01C9C}"/>
          </ac:spMkLst>
        </pc:spChg>
        <pc:spChg chg="mod">
          <ac:chgData name="구승효" userId="1d249be0-9805-4db6-8837-edb995d630a7" providerId="ADAL" clId="{BFB163B6-2093-4D51-BDC8-0D81292C6956}" dt="2019-10-28T11:18:11.059" v="559" actId="20577"/>
          <ac:spMkLst>
            <pc:docMk/>
            <pc:sldMk cId="4010011971" sldId="274"/>
            <ac:spMk id="10" creationId="{9C05F84F-2E20-6D4C-8694-3A2546CDE33C}"/>
          </ac:spMkLst>
        </pc:spChg>
        <pc:cxnChg chg="mod">
          <ac:chgData name="구승효" userId="1d249be0-9805-4db6-8837-edb995d630a7" providerId="ADAL" clId="{BFB163B6-2093-4D51-BDC8-0D81292C6956}" dt="2019-10-28T11:09:36.132" v="298" actId="208"/>
          <ac:cxnSpMkLst>
            <pc:docMk/>
            <pc:sldMk cId="4010011971" sldId="274"/>
            <ac:cxnSpMk id="6" creationId="{45868B10-F4D8-084B-9389-7CC8D80FECDE}"/>
          </ac:cxnSpMkLst>
        </pc:cxnChg>
      </pc:sldChg>
      <pc:sldChg chg="del">
        <pc:chgData name="구승효" userId="1d249be0-9805-4db6-8837-edb995d630a7" providerId="ADAL" clId="{BFB163B6-2093-4D51-BDC8-0D81292C6956}" dt="2019-10-28T11:12:01.809" v="384" actId="2696"/>
        <pc:sldMkLst>
          <pc:docMk/>
          <pc:sldMk cId="523690986" sldId="328"/>
        </pc:sldMkLst>
      </pc:sldChg>
      <pc:sldChg chg="del">
        <pc:chgData name="구승효" userId="1d249be0-9805-4db6-8837-edb995d630a7" providerId="ADAL" clId="{BFB163B6-2093-4D51-BDC8-0D81292C6956}" dt="2019-10-28T11:11:59.927" v="362" actId="2696"/>
        <pc:sldMkLst>
          <pc:docMk/>
          <pc:sldMk cId="400153155" sldId="329"/>
        </pc:sldMkLst>
      </pc:sldChg>
      <pc:sldChg chg="del">
        <pc:chgData name="구승효" userId="1d249be0-9805-4db6-8837-edb995d630a7" providerId="ADAL" clId="{BFB163B6-2093-4D51-BDC8-0D81292C6956}" dt="2019-10-28T11:11:59.990" v="363" actId="2696"/>
        <pc:sldMkLst>
          <pc:docMk/>
          <pc:sldMk cId="3041379928" sldId="330"/>
        </pc:sldMkLst>
      </pc:sldChg>
      <pc:sldChg chg="del">
        <pc:chgData name="구승효" userId="1d249be0-9805-4db6-8837-edb995d630a7" providerId="ADAL" clId="{BFB163B6-2093-4D51-BDC8-0D81292C6956}" dt="2019-10-28T11:12:00.123" v="365" actId="2696"/>
        <pc:sldMkLst>
          <pc:docMk/>
          <pc:sldMk cId="509416287" sldId="343"/>
        </pc:sldMkLst>
      </pc:sldChg>
      <pc:sldChg chg="del">
        <pc:chgData name="구승효" userId="1d249be0-9805-4db6-8837-edb995d630a7" providerId="ADAL" clId="{BFB163B6-2093-4D51-BDC8-0D81292C6956}" dt="2019-10-28T11:12:00.755" v="369" actId="2696"/>
        <pc:sldMkLst>
          <pc:docMk/>
          <pc:sldMk cId="1936341288" sldId="362"/>
        </pc:sldMkLst>
      </pc:sldChg>
      <pc:sldChg chg="del">
        <pc:chgData name="구승효" userId="1d249be0-9805-4db6-8837-edb995d630a7" providerId="ADAL" clId="{BFB163B6-2093-4D51-BDC8-0D81292C6956}" dt="2019-10-28T11:12:00.854" v="370" actId="2696"/>
        <pc:sldMkLst>
          <pc:docMk/>
          <pc:sldMk cId="793793560" sldId="363"/>
        </pc:sldMkLst>
      </pc:sldChg>
      <pc:sldChg chg="addSp delSp modSp">
        <pc:chgData name="구승효" userId="1d249be0-9805-4db6-8837-edb995d630a7" providerId="ADAL" clId="{BFB163B6-2093-4D51-BDC8-0D81292C6956}" dt="2019-10-28T11:37:48.520" v="1150" actId="688"/>
        <pc:sldMkLst>
          <pc:docMk/>
          <pc:sldMk cId="3134385057" sldId="365"/>
        </pc:sldMkLst>
        <pc:spChg chg="mod">
          <ac:chgData name="구승효" userId="1d249be0-9805-4db6-8837-edb995d630a7" providerId="ADAL" clId="{BFB163B6-2093-4D51-BDC8-0D81292C6956}" dt="2019-10-28T11:17:10.110" v="498" actId="1035"/>
          <ac:spMkLst>
            <pc:docMk/>
            <pc:sldMk cId="3134385057" sldId="365"/>
            <ac:spMk id="7" creationId="{90AAE8E6-9C0A-6B41-9582-A1BE8A207610}"/>
          </ac:spMkLst>
        </pc:spChg>
        <pc:spChg chg="add mod">
          <ac:chgData name="구승효" userId="1d249be0-9805-4db6-8837-edb995d630a7" providerId="ADAL" clId="{BFB163B6-2093-4D51-BDC8-0D81292C6956}" dt="2019-10-28T11:17:10.110" v="498" actId="1035"/>
          <ac:spMkLst>
            <pc:docMk/>
            <pc:sldMk cId="3134385057" sldId="365"/>
            <ac:spMk id="9" creationId="{C8E03941-2129-440E-B933-F39939171DFC}"/>
          </ac:spMkLst>
        </pc:spChg>
        <pc:spChg chg="mod">
          <ac:chgData name="구승효" userId="1d249be0-9805-4db6-8837-edb995d630a7" providerId="ADAL" clId="{BFB163B6-2093-4D51-BDC8-0D81292C6956}" dt="2019-10-28T11:20:49.539" v="566" actId="207"/>
          <ac:spMkLst>
            <pc:docMk/>
            <pc:sldMk cId="3134385057" sldId="365"/>
            <ac:spMk id="37" creationId="{601E0D97-DAFA-344B-B290-30ED128B63CE}"/>
          </ac:spMkLst>
        </pc:spChg>
        <pc:grpChg chg="del">
          <ac:chgData name="구승효" userId="1d249be0-9805-4db6-8837-edb995d630a7" providerId="ADAL" clId="{BFB163B6-2093-4D51-BDC8-0D81292C6956}" dt="2019-10-28T11:16:50.643" v="474" actId="478"/>
          <ac:grpSpMkLst>
            <pc:docMk/>
            <pc:sldMk cId="3134385057" sldId="365"/>
            <ac:grpSpMk id="12" creationId="{3B3F98E6-121E-B04C-9B51-01269402E482}"/>
          </ac:grpSpMkLst>
        </pc:grpChg>
        <pc:picChg chg="add mod">
          <ac:chgData name="구승효" userId="1d249be0-9805-4db6-8837-edb995d630a7" providerId="ADAL" clId="{BFB163B6-2093-4D51-BDC8-0D81292C6956}" dt="2019-10-28T11:37:48.520" v="1150" actId="688"/>
          <ac:picMkLst>
            <pc:docMk/>
            <pc:sldMk cId="3134385057" sldId="365"/>
            <ac:picMk id="10" creationId="{BC0C207A-C140-4E69-8BA2-261904DEB090}"/>
          </ac:picMkLst>
        </pc:picChg>
        <pc:cxnChg chg="add mod">
          <ac:chgData name="구승효" userId="1d249be0-9805-4db6-8837-edb995d630a7" providerId="ADAL" clId="{BFB163B6-2093-4D51-BDC8-0D81292C6956}" dt="2019-10-28T11:17:10.110" v="498" actId="1035"/>
          <ac:cxnSpMkLst>
            <pc:docMk/>
            <pc:sldMk cId="3134385057" sldId="365"/>
            <ac:cxnSpMk id="8" creationId="{CB3A8313-4A6F-4A4A-848E-CC5A847CE3B7}"/>
          </ac:cxnSpMkLst>
        </pc:cxnChg>
      </pc:sldChg>
      <pc:sldChg chg="del">
        <pc:chgData name="구승효" userId="1d249be0-9805-4db6-8837-edb995d630a7" providerId="ADAL" clId="{BFB163B6-2093-4D51-BDC8-0D81292C6956}" dt="2019-10-28T11:12:00.880" v="371" actId="2696"/>
        <pc:sldMkLst>
          <pc:docMk/>
          <pc:sldMk cId="576177022" sldId="380"/>
        </pc:sldMkLst>
      </pc:sldChg>
      <pc:sldChg chg="add del">
        <pc:chgData name="구승효" userId="1d249be0-9805-4db6-8837-edb995d630a7" providerId="ADAL" clId="{BFB163B6-2093-4D51-BDC8-0D81292C6956}" dt="2019-10-28T11:00:12.982" v="90" actId="2696"/>
        <pc:sldMkLst>
          <pc:docMk/>
          <pc:sldMk cId="1036029922" sldId="382"/>
        </pc:sldMkLst>
      </pc:sldChg>
      <pc:sldChg chg="del">
        <pc:chgData name="구승효" userId="1d249be0-9805-4db6-8837-edb995d630a7" providerId="ADAL" clId="{BFB163B6-2093-4D51-BDC8-0D81292C6956}" dt="2019-10-28T11:11:59.513" v="358" actId="2696"/>
        <pc:sldMkLst>
          <pc:docMk/>
          <pc:sldMk cId="4022196709" sldId="383"/>
        </pc:sldMkLst>
      </pc:sldChg>
      <pc:sldChg chg="del">
        <pc:chgData name="구승효" userId="1d249be0-9805-4db6-8837-edb995d630a7" providerId="ADAL" clId="{BFB163B6-2093-4D51-BDC8-0D81292C6956}" dt="2019-10-28T11:12:00.054" v="364" actId="2696"/>
        <pc:sldMkLst>
          <pc:docMk/>
          <pc:sldMk cId="1605656544" sldId="384"/>
        </pc:sldMkLst>
      </pc:sldChg>
      <pc:sldChg chg="del">
        <pc:chgData name="구승효" userId="1d249be0-9805-4db6-8837-edb995d630a7" providerId="ADAL" clId="{BFB163B6-2093-4D51-BDC8-0D81292C6956}" dt="2019-10-28T11:12:00.932" v="372" actId="2696"/>
        <pc:sldMkLst>
          <pc:docMk/>
          <pc:sldMk cId="547760540" sldId="385"/>
        </pc:sldMkLst>
      </pc:sldChg>
      <pc:sldChg chg="del">
        <pc:chgData name="구승효" userId="1d249be0-9805-4db6-8837-edb995d630a7" providerId="ADAL" clId="{BFB163B6-2093-4D51-BDC8-0D81292C6956}" dt="2019-10-28T11:12:01.757" v="383" actId="2696"/>
        <pc:sldMkLst>
          <pc:docMk/>
          <pc:sldMk cId="481424990" sldId="386"/>
        </pc:sldMkLst>
      </pc:sldChg>
      <pc:sldChg chg="del">
        <pc:chgData name="구승효" userId="1d249be0-9805-4db6-8837-edb995d630a7" providerId="ADAL" clId="{BFB163B6-2093-4D51-BDC8-0D81292C6956}" dt="2019-10-28T11:12:02.054" v="388" actId="2696"/>
        <pc:sldMkLst>
          <pc:docMk/>
          <pc:sldMk cId="1007009713" sldId="387"/>
        </pc:sldMkLst>
      </pc:sldChg>
      <pc:sldChg chg="del">
        <pc:chgData name="구승효" userId="1d249be0-9805-4db6-8837-edb995d630a7" providerId="ADAL" clId="{BFB163B6-2093-4D51-BDC8-0D81292C6956}" dt="2019-10-28T11:12:02.291" v="391" actId="2696"/>
        <pc:sldMkLst>
          <pc:docMk/>
          <pc:sldMk cId="3903196619" sldId="388"/>
        </pc:sldMkLst>
      </pc:sldChg>
      <pc:sldChg chg="del">
        <pc:chgData name="구승효" userId="1d249be0-9805-4db6-8837-edb995d630a7" providerId="ADAL" clId="{BFB163B6-2093-4D51-BDC8-0D81292C6956}" dt="2019-10-28T11:12:02.858" v="399" actId="2696"/>
        <pc:sldMkLst>
          <pc:docMk/>
          <pc:sldMk cId="2345486889" sldId="389"/>
        </pc:sldMkLst>
      </pc:sldChg>
      <pc:sldChg chg="del">
        <pc:chgData name="구승효" userId="1d249be0-9805-4db6-8837-edb995d630a7" providerId="ADAL" clId="{BFB163B6-2093-4D51-BDC8-0D81292C6956}" dt="2019-10-28T11:11:59.860" v="361" actId="2696"/>
        <pc:sldMkLst>
          <pc:docMk/>
          <pc:sldMk cId="3979504869" sldId="396"/>
        </pc:sldMkLst>
      </pc:sldChg>
      <pc:sldChg chg="del">
        <pc:chgData name="구승효" userId="1d249be0-9805-4db6-8837-edb995d630a7" providerId="ADAL" clId="{BFB163B6-2093-4D51-BDC8-0D81292C6956}" dt="2019-10-28T11:12:01.016" v="373" actId="2696"/>
        <pc:sldMkLst>
          <pc:docMk/>
          <pc:sldMk cId="1491648703" sldId="401"/>
        </pc:sldMkLst>
      </pc:sldChg>
      <pc:sldChg chg="del">
        <pc:chgData name="구승효" userId="1d249be0-9805-4db6-8837-edb995d630a7" providerId="ADAL" clId="{BFB163B6-2093-4D51-BDC8-0D81292C6956}" dt="2019-10-28T11:12:01.106" v="374" actId="2696"/>
        <pc:sldMkLst>
          <pc:docMk/>
          <pc:sldMk cId="300054611" sldId="402"/>
        </pc:sldMkLst>
      </pc:sldChg>
      <pc:sldChg chg="del">
        <pc:chgData name="구승효" userId="1d249be0-9805-4db6-8837-edb995d630a7" providerId="ADAL" clId="{BFB163B6-2093-4D51-BDC8-0D81292C6956}" dt="2019-10-28T11:12:01.229" v="375" actId="2696"/>
        <pc:sldMkLst>
          <pc:docMk/>
          <pc:sldMk cId="2434717704" sldId="403"/>
        </pc:sldMkLst>
      </pc:sldChg>
      <pc:sldChg chg="del">
        <pc:chgData name="구승효" userId="1d249be0-9805-4db6-8837-edb995d630a7" providerId="ADAL" clId="{BFB163B6-2093-4D51-BDC8-0D81292C6956}" dt="2019-10-28T11:12:01.293" v="376" actId="2696"/>
        <pc:sldMkLst>
          <pc:docMk/>
          <pc:sldMk cId="2223630342" sldId="404"/>
        </pc:sldMkLst>
      </pc:sldChg>
      <pc:sldChg chg="addSp delSp modSp modNotesTx">
        <pc:chgData name="구승효" userId="1d249be0-9805-4db6-8837-edb995d630a7" providerId="ADAL" clId="{BFB163B6-2093-4D51-BDC8-0D81292C6956}" dt="2019-10-28T11:33:56.629" v="965" actId="20577"/>
        <pc:sldMkLst>
          <pc:docMk/>
          <pc:sldMk cId="1345449167" sldId="406"/>
        </pc:sldMkLst>
        <pc:spChg chg="add mod">
          <ac:chgData name="구승효" userId="1d249be0-9805-4db6-8837-edb995d630a7" providerId="ADAL" clId="{BFB163B6-2093-4D51-BDC8-0D81292C6956}" dt="2019-10-28T11:30:00.894" v="854" actId="1076"/>
          <ac:spMkLst>
            <pc:docMk/>
            <pc:sldMk cId="1345449167" sldId="406"/>
            <ac:spMk id="3" creationId="{0D4C2CAD-4FCD-4713-88DE-57365E1CC52E}"/>
          </ac:spMkLst>
        </pc:spChg>
        <pc:spChg chg="del">
          <ac:chgData name="구승효" userId="1d249be0-9805-4db6-8837-edb995d630a7" providerId="ADAL" clId="{BFB163B6-2093-4D51-BDC8-0D81292C6956}" dt="2019-10-28T11:12:06.909" v="400" actId="478"/>
          <ac:spMkLst>
            <pc:docMk/>
            <pc:sldMk cId="1345449167" sldId="406"/>
            <ac:spMk id="4" creationId="{E1F61A24-2310-3843-864D-818E18D46784}"/>
          </ac:spMkLst>
        </pc:spChg>
        <pc:spChg chg="del">
          <ac:chgData name="구승효" userId="1d249be0-9805-4db6-8837-edb995d630a7" providerId="ADAL" clId="{BFB163B6-2093-4D51-BDC8-0D81292C6956}" dt="2019-10-28T11:12:06.909" v="400" actId="478"/>
          <ac:spMkLst>
            <pc:docMk/>
            <pc:sldMk cId="1345449167" sldId="406"/>
            <ac:spMk id="5" creationId="{3BFABAE0-BDEE-6141-B375-746FBF54516F}"/>
          </ac:spMkLst>
        </pc:spChg>
        <pc:spChg chg="add mod">
          <ac:chgData name="구승효" userId="1d249be0-9805-4db6-8837-edb995d630a7" providerId="ADAL" clId="{BFB163B6-2093-4D51-BDC8-0D81292C6956}" dt="2019-10-28T11:30:18.841" v="859" actId="208"/>
          <ac:spMkLst>
            <pc:docMk/>
            <pc:sldMk cId="1345449167" sldId="406"/>
            <ac:spMk id="6" creationId="{581F9E89-DE00-4110-BBE4-34802FF26564}"/>
          </ac:spMkLst>
        </pc:spChg>
        <pc:spChg chg="add mod">
          <ac:chgData name="구승효" userId="1d249be0-9805-4db6-8837-edb995d630a7" providerId="ADAL" clId="{BFB163B6-2093-4D51-BDC8-0D81292C6956}" dt="2019-10-28T11:33:40.504" v="956" actId="1076"/>
          <ac:spMkLst>
            <pc:docMk/>
            <pc:sldMk cId="1345449167" sldId="406"/>
            <ac:spMk id="7" creationId="{878EEDD0-1160-47AF-956F-D3476F6D7A41}"/>
          </ac:spMkLst>
        </pc:spChg>
        <pc:spChg chg="del">
          <ac:chgData name="구승효" userId="1d249be0-9805-4db6-8837-edb995d630a7" providerId="ADAL" clId="{BFB163B6-2093-4D51-BDC8-0D81292C6956}" dt="2019-10-28T11:12:06.909" v="400" actId="478"/>
          <ac:spMkLst>
            <pc:docMk/>
            <pc:sldMk cId="1345449167" sldId="406"/>
            <ac:spMk id="12" creationId="{DFEC9269-80C2-0848-AC10-EAB0AA6C7FC1}"/>
          </ac:spMkLst>
        </pc:spChg>
        <pc:spChg chg="mod">
          <ac:chgData name="구승효" userId="1d249be0-9805-4db6-8837-edb995d630a7" providerId="ADAL" clId="{BFB163B6-2093-4D51-BDC8-0D81292C6956}" dt="2019-10-28T11:19:47.584" v="564" actId="20577"/>
          <ac:spMkLst>
            <pc:docMk/>
            <pc:sldMk cId="1345449167" sldId="406"/>
            <ac:spMk id="16" creationId="{1BDBE009-8267-3841-A6A9-6A8D3D829B08}"/>
          </ac:spMkLst>
        </pc:spChg>
        <pc:spChg chg="del">
          <ac:chgData name="구승효" userId="1d249be0-9805-4db6-8837-edb995d630a7" providerId="ADAL" clId="{BFB163B6-2093-4D51-BDC8-0D81292C6956}" dt="2019-10-28T11:12:06.909" v="400" actId="478"/>
          <ac:spMkLst>
            <pc:docMk/>
            <pc:sldMk cId="1345449167" sldId="406"/>
            <ac:spMk id="17" creationId="{AACC1EE5-6C57-B549-B373-B1F555AA4DF8}"/>
          </ac:spMkLst>
        </pc:spChg>
        <pc:spChg chg="del">
          <ac:chgData name="구승효" userId="1d249be0-9805-4db6-8837-edb995d630a7" providerId="ADAL" clId="{BFB163B6-2093-4D51-BDC8-0D81292C6956}" dt="2019-10-28T11:12:08.865" v="401" actId="478"/>
          <ac:spMkLst>
            <pc:docMk/>
            <pc:sldMk cId="1345449167" sldId="406"/>
            <ac:spMk id="21" creationId="{540DC117-1E2C-4B43-BC67-6BA25DDB9D44}"/>
          </ac:spMkLst>
        </pc:spChg>
        <pc:spChg chg="del">
          <ac:chgData name="구승효" userId="1d249be0-9805-4db6-8837-edb995d630a7" providerId="ADAL" clId="{BFB163B6-2093-4D51-BDC8-0D81292C6956}" dt="2019-10-28T11:12:06.909" v="400" actId="478"/>
          <ac:spMkLst>
            <pc:docMk/>
            <pc:sldMk cId="1345449167" sldId="406"/>
            <ac:spMk id="22" creationId="{FFFF907F-8154-1344-8C0F-B39BFD7D74E8}"/>
          </ac:spMkLst>
        </pc:spChg>
        <pc:spChg chg="del">
          <ac:chgData name="구승효" userId="1d249be0-9805-4db6-8837-edb995d630a7" providerId="ADAL" clId="{BFB163B6-2093-4D51-BDC8-0D81292C6956}" dt="2019-10-28T11:12:06.909" v="400" actId="478"/>
          <ac:spMkLst>
            <pc:docMk/>
            <pc:sldMk cId="1345449167" sldId="406"/>
            <ac:spMk id="23" creationId="{421CD112-F6E8-9442-B643-2CA96631B458}"/>
          </ac:spMkLst>
        </pc:spChg>
        <pc:spChg chg="del">
          <ac:chgData name="구승효" userId="1d249be0-9805-4db6-8837-edb995d630a7" providerId="ADAL" clId="{BFB163B6-2093-4D51-BDC8-0D81292C6956}" dt="2019-10-28T11:12:06.909" v="400" actId="478"/>
          <ac:spMkLst>
            <pc:docMk/>
            <pc:sldMk cId="1345449167" sldId="406"/>
            <ac:spMk id="24" creationId="{D94266A8-79E7-6849-97B5-9B68BCD2938A}"/>
          </ac:spMkLst>
        </pc:spChg>
        <pc:spChg chg="del">
          <ac:chgData name="구승효" userId="1d249be0-9805-4db6-8837-edb995d630a7" providerId="ADAL" clId="{BFB163B6-2093-4D51-BDC8-0D81292C6956}" dt="2019-10-28T11:12:06.909" v="400" actId="478"/>
          <ac:spMkLst>
            <pc:docMk/>
            <pc:sldMk cId="1345449167" sldId="406"/>
            <ac:spMk id="25" creationId="{5922C916-D1BC-EC4D-BE83-A9927010B8CD}"/>
          </ac:spMkLst>
        </pc:spChg>
        <pc:spChg chg="add mod">
          <ac:chgData name="구승효" userId="1d249be0-9805-4db6-8837-edb995d630a7" providerId="ADAL" clId="{BFB163B6-2093-4D51-BDC8-0D81292C6956}" dt="2019-10-28T11:33:11.972" v="944" actId="1076"/>
          <ac:spMkLst>
            <pc:docMk/>
            <pc:sldMk cId="1345449167" sldId="406"/>
            <ac:spMk id="27" creationId="{A73B7955-2B74-4CA1-B1A3-4E349D14FFB6}"/>
          </ac:spMkLst>
        </pc:spChg>
        <pc:spChg chg="add mod">
          <ac:chgData name="구승효" userId="1d249be0-9805-4db6-8837-edb995d630a7" providerId="ADAL" clId="{BFB163B6-2093-4D51-BDC8-0D81292C6956}" dt="2019-10-28T11:33:56.629" v="965" actId="20577"/>
          <ac:spMkLst>
            <pc:docMk/>
            <pc:sldMk cId="1345449167" sldId="406"/>
            <ac:spMk id="28" creationId="{7A25ADD1-07C7-42E1-AE73-42BFA813FCED}"/>
          </ac:spMkLst>
        </pc:spChg>
        <pc:spChg chg="del">
          <ac:chgData name="구승효" userId="1d249be0-9805-4db6-8837-edb995d630a7" providerId="ADAL" clId="{BFB163B6-2093-4D51-BDC8-0D81292C6956}" dt="2019-10-28T11:12:06.909" v="400" actId="478"/>
          <ac:spMkLst>
            <pc:docMk/>
            <pc:sldMk cId="1345449167" sldId="406"/>
            <ac:spMk id="30" creationId="{DE7CD76D-7F87-E245-8BC2-41219590BD1B}"/>
          </ac:spMkLst>
        </pc:spChg>
        <pc:spChg chg="del">
          <ac:chgData name="구승효" userId="1d249be0-9805-4db6-8837-edb995d630a7" providerId="ADAL" clId="{BFB163B6-2093-4D51-BDC8-0D81292C6956}" dt="2019-10-28T11:12:06.909" v="400" actId="478"/>
          <ac:spMkLst>
            <pc:docMk/>
            <pc:sldMk cId="1345449167" sldId="406"/>
            <ac:spMk id="34" creationId="{40F73AC6-BC2A-DD48-9A9D-CA1217285F18}"/>
          </ac:spMkLst>
        </pc:spChg>
        <pc:picChg chg="del">
          <ac:chgData name="구승효" userId="1d249be0-9805-4db6-8837-edb995d630a7" providerId="ADAL" clId="{BFB163B6-2093-4D51-BDC8-0D81292C6956}" dt="2019-10-28T11:12:06.909" v="400" actId="478"/>
          <ac:picMkLst>
            <pc:docMk/>
            <pc:sldMk cId="1345449167" sldId="406"/>
            <ac:picMk id="2" creationId="{47D34068-07AA-F843-A7D8-E200C4D7A382}"/>
          </ac:picMkLst>
        </pc:picChg>
        <pc:picChg chg="del">
          <ac:chgData name="구승효" userId="1d249be0-9805-4db6-8837-edb995d630a7" providerId="ADAL" clId="{BFB163B6-2093-4D51-BDC8-0D81292C6956}" dt="2019-10-28T11:12:06.909" v="400" actId="478"/>
          <ac:picMkLst>
            <pc:docMk/>
            <pc:sldMk cId="1345449167" sldId="406"/>
            <ac:picMk id="8" creationId="{5F3B02B5-067E-134B-B27A-D3A92C002B5E}"/>
          </ac:picMkLst>
        </pc:picChg>
        <pc:picChg chg="del">
          <ac:chgData name="구승효" userId="1d249be0-9805-4db6-8837-edb995d630a7" providerId="ADAL" clId="{BFB163B6-2093-4D51-BDC8-0D81292C6956}" dt="2019-10-28T11:12:06.909" v="400" actId="478"/>
          <ac:picMkLst>
            <pc:docMk/>
            <pc:sldMk cId="1345449167" sldId="406"/>
            <ac:picMk id="26" creationId="{538EA00C-624B-2C45-AA83-D1D1CC6309E6}"/>
          </ac:picMkLst>
        </pc:picChg>
        <pc:picChg chg="add mod">
          <ac:chgData name="구승효" userId="1d249be0-9805-4db6-8837-edb995d630a7" providerId="ADAL" clId="{BFB163B6-2093-4D51-BDC8-0D81292C6956}" dt="2019-10-28T11:29:55.986" v="853" actId="1076"/>
          <ac:picMkLst>
            <pc:docMk/>
            <pc:sldMk cId="1345449167" sldId="406"/>
            <ac:picMk id="2050" creationId="{0ABD4220-16AA-4251-B6A5-ED184DDE9FAC}"/>
          </ac:picMkLst>
        </pc:picChg>
      </pc:sldChg>
      <pc:sldChg chg="del">
        <pc:chgData name="구승효" userId="1d249be0-9805-4db6-8837-edb995d630a7" providerId="ADAL" clId="{BFB163B6-2093-4D51-BDC8-0D81292C6956}" dt="2019-10-28T11:11:59.435" v="357" actId="2696"/>
        <pc:sldMkLst>
          <pc:docMk/>
          <pc:sldMk cId="1137235340" sldId="407"/>
        </pc:sldMkLst>
      </pc:sldChg>
      <pc:sldChg chg="del">
        <pc:chgData name="구승효" userId="1d249be0-9805-4db6-8837-edb995d630a7" providerId="ADAL" clId="{BFB163B6-2093-4D51-BDC8-0D81292C6956}" dt="2019-10-28T11:12:01.359" v="377" actId="2696"/>
        <pc:sldMkLst>
          <pc:docMk/>
          <pc:sldMk cId="3017887865" sldId="408"/>
        </pc:sldMkLst>
      </pc:sldChg>
      <pc:sldChg chg="del">
        <pc:chgData name="구승효" userId="1d249be0-9805-4db6-8837-edb995d630a7" providerId="ADAL" clId="{BFB163B6-2093-4D51-BDC8-0D81292C6956}" dt="2019-10-28T11:12:01.419" v="378" actId="2696"/>
        <pc:sldMkLst>
          <pc:docMk/>
          <pc:sldMk cId="4021394662" sldId="409"/>
        </pc:sldMkLst>
      </pc:sldChg>
      <pc:sldChg chg="del">
        <pc:chgData name="구승효" userId="1d249be0-9805-4db6-8837-edb995d630a7" providerId="ADAL" clId="{BFB163B6-2093-4D51-BDC8-0D81292C6956}" dt="2019-10-28T11:12:01.464" v="379" actId="2696"/>
        <pc:sldMkLst>
          <pc:docMk/>
          <pc:sldMk cId="3301673444" sldId="410"/>
        </pc:sldMkLst>
      </pc:sldChg>
      <pc:sldChg chg="del">
        <pc:chgData name="구승효" userId="1d249be0-9805-4db6-8837-edb995d630a7" providerId="ADAL" clId="{BFB163B6-2093-4D51-BDC8-0D81292C6956}" dt="2019-10-28T11:12:00.429" v="367" actId="2696"/>
        <pc:sldMkLst>
          <pc:docMk/>
          <pc:sldMk cId="365205448" sldId="411"/>
        </pc:sldMkLst>
      </pc:sldChg>
      <pc:sldChg chg="del">
        <pc:chgData name="구승효" userId="1d249be0-9805-4db6-8837-edb995d630a7" providerId="ADAL" clId="{BFB163B6-2093-4D51-BDC8-0D81292C6956}" dt="2019-10-28T11:12:00.649" v="368" actId="2696"/>
        <pc:sldMkLst>
          <pc:docMk/>
          <pc:sldMk cId="939164474" sldId="412"/>
        </pc:sldMkLst>
      </pc:sldChg>
      <pc:sldChg chg="del">
        <pc:chgData name="구승효" userId="1d249be0-9805-4db6-8837-edb995d630a7" providerId="ADAL" clId="{BFB163B6-2093-4D51-BDC8-0D81292C6956}" dt="2019-10-28T11:12:01.902" v="385" actId="2696"/>
        <pc:sldMkLst>
          <pc:docMk/>
          <pc:sldMk cId="3400972967" sldId="414"/>
        </pc:sldMkLst>
      </pc:sldChg>
      <pc:sldChg chg="del">
        <pc:chgData name="구승효" userId="1d249be0-9805-4db6-8837-edb995d630a7" providerId="ADAL" clId="{BFB163B6-2093-4D51-BDC8-0D81292C6956}" dt="2019-10-28T11:12:01.982" v="386" actId="2696"/>
        <pc:sldMkLst>
          <pc:docMk/>
          <pc:sldMk cId="2558055199" sldId="415"/>
        </pc:sldMkLst>
      </pc:sldChg>
      <pc:sldChg chg="del">
        <pc:chgData name="구승효" userId="1d249be0-9805-4db6-8837-edb995d630a7" providerId="ADAL" clId="{BFB163B6-2093-4D51-BDC8-0D81292C6956}" dt="2019-10-28T11:12:02.007" v="387" actId="2696"/>
        <pc:sldMkLst>
          <pc:docMk/>
          <pc:sldMk cId="2171313202" sldId="417"/>
        </pc:sldMkLst>
      </pc:sldChg>
      <pc:sldChg chg="del">
        <pc:chgData name="구승효" userId="1d249be0-9805-4db6-8837-edb995d630a7" providerId="ADAL" clId="{BFB163B6-2093-4D51-BDC8-0D81292C6956}" dt="2019-10-28T11:12:02.190" v="389" actId="2696"/>
        <pc:sldMkLst>
          <pc:docMk/>
          <pc:sldMk cId="1849382033" sldId="419"/>
        </pc:sldMkLst>
      </pc:sldChg>
      <pc:sldChg chg="del">
        <pc:chgData name="구승효" userId="1d249be0-9805-4db6-8837-edb995d630a7" providerId="ADAL" clId="{BFB163B6-2093-4D51-BDC8-0D81292C6956}" dt="2019-10-28T11:12:02.223" v="390" actId="2696"/>
        <pc:sldMkLst>
          <pc:docMk/>
          <pc:sldMk cId="1311454554" sldId="420"/>
        </pc:sldMkLst>
      </pc:sldChg>
      <pc:sldChg chg="del">
        <pc:chgData name="구승효" userId="1d249be0-9805-4db6-8837-edb995d630a7" providerId="ADAL" clId="{BFB163B6-2093-4D51-BDC8-0D81292C6956}" dt="2019-10-28T11:12:02.566" v="393" actId="2696"/>
        <pc:sldMkLst>
          <pc:docMk/>
          <pc:sldMk cId="3413516786" sldId="421"/>
        </pc:sldMkLst>
      </pc:sldChg>
      <pc:sldChg chg="del">
        <pc:chgData name="구승효" userId="1d249be0-9805-4db6-8837-edb995d630a7" providerId="ADAL" clId="{BFB163B6-2093-4D51-BDC8-0D81292C6956}" dt="2019-10-28T11:12:02.630" v="394" actId="2696"/>
        <pc:sldMkLst>
          <pc:docMk/>
          <pc:sldMk cId="3394345088" sldId="422"/>
        </pc:sldMkLst>
      </pc:sldChg>
      <pc:sldChg chg="del">
        <pc:chgData name="구승효" userId="1d249be0-9805-4db6-8837-edb995d630a7" providerId="ADAL" clId="{BFB163B6-2093-4D51-BDC8-0D81292C6956}" dt="2019-10-28T11:12:02.673" v="395" actId="2696"/>
        <pc:sldMkLst>
          <pc:docMk/>
          <pc:sldMk cId="2962188743" sldId="423"/>
        </pc:sldMkLst>
      </pc:sldChg>
      <pc:sldChg chg="del">
        <pc:chgData name="구승효" userId="1d249be0-9805-4db6-8837-edb995d630a7" providerId="ADAL" clId="{BFB163B6-2093-4D51-BDC8-0D81292C6956}" dt="2019-10-28T11:12:02.737" v="396" actId="2696"/>
        <pc:sldMkLst>
          <pc:docMk/>
          <pc:sldMk cId="294000021" sldId="424"/>
        </pc:sldMkLst>
      </pc:sldChg>
      <pc:sldChg chg="del">
        <pc:chgData name="구승효" userId="1d249be0-9805-4db6-8837-edb995d630a7" providerId="ADAL" clId="{BFB163B6-2093-4D51-BDC8-0D81292C6956}" dt="2019-10-28T11:12:02.767" v="397" actId="2696"/>
        <pc:sldMkLst>
          <pc:docMk/>
          <pc:sldMk cId="2978587720" sldId="425"/>
        </pc:sldMkLst>
      </pc:sldChg>
      <pc:sldChg chg="del">
        <pc:chgData name="구승효" userId="1d249be0-9805-4db6-8837-edb995d630a7" providerId="ADAL" clId="{BFB163B6-2093-4D51-BDC8-0D81292C6956}" dt="2019-10-28T11:12:02.785" v="398" actId="2696"/>
        <pc:sldMkLst>
          <pc:docMk/>
          <pc:sldMk cId="433787120" sldId="426"/>
        </pc:sldMkLst>
      </pc:sldChg>
      <pc:sldChg chg="addSp delSp modSp">
        <pc:chgData name="구승효" userId="1d249be0-9805-4db6-8837-edb995d630a7" providerId="ADAL" clId="{BFB163B6-2093-4D51-BDC8-0D81292C6956}" dt="2019-10-28T12:55:43.168" v="2632" actId="20577"/>
        <pc:sldMkLst>
          <pc:docMk/>
          <pc:sldMk cId="289943893" sldId="427"/>
        </pc:sldMkLst>
        <pc:spChg chg="add del mod">
          <ac:chgData name="구승효" userId="1d249be0-9805-4db6-8837-edb995d630a7" providerId="ADAL" clId="{BFB163B6-2093-4D51-BDC8-0D81292C6956}" dt="2019-10-28T11:16:26.910" v="442" actId="403"/>
          <ac:spMkLst>
            <pc:docMk/>
            <pc:sldMk cId="289943893" sldId="427"/>
            <ac:spMk id="9" creationId="{77A814D4-2A9E-F44A-B472-191A5277F24B}"/>
          </ac:spMkLst>
        </pc:spChg>
        <pc:spChg chg="add del mod">
          <ac:chgData name="구승효" userId="1d249be0-9805-4db6-8837-edb995d630a7" providerId="ADAL" clId="{BFB163B6-2093-4D51-BDC8-0D81292C6956}" dt="2019-10-28T11:11:42.327" v="356" actId="478"/>
          <ac:spMkLst>
            <pc:docMk/>
            <pc:sldMk cId="289943893" sldId="427"/>
            <ac:spMk id="10" creationId="{CE61871D-0D24-9A40-A14D-A1D0FCC6E68E}"/>
          </ac:spMkLst>
        </pc:spChg>
        <pc:spChg chg="del">
          <ac:chgData name="구승효" userId="1d249be0-9805-4db6-8837-edb995d630a7" providerId="ADAL" clId="{BFB163B6-2093-4D51-BDC8-0D81292C6956}" dt="2019-10-28T11:12:14.501" v="403" actId="478"/>
          <ac:spMkLst>
            <pc:docMk/>
            <pc:sldMk cId="289943893" sldId="427"/>
            <ac:spMk id="11" creationId="{13EF322A-5A18-C247-B7A8-973AF9567345}"/>
          </ac:spMkLst>
        </pc:spChg>
        <pc:spChg chg="add del mod">
          <ac:chgData name="구승효" userId="1d249be0-9805-4db6-8837-edb995d630a7" providerId="ADAL" clId="{BFB163B6-2093-4D51-BDC8-0D81292C6956}" dt="2019-10-28T11:11:42.327" v="356" actId="478"/>
          <ac:spMkLst>
            <pc:docMk/>
            <pc:sldMk cId="289943893" sldId="427"/>
            <ac:spMk id="12" creationId="{8AD2171E-DA98-3344-8E89-650D7B799034}"/>
          </ac:spMkLst>
        </pc:spChg>
        <pc:spChg chg="add del mod">
          <ac:chgData name="구승효" userId="1d249be0-9805-4db6-8837-edb995d630a7" providerId="ADAL" clId="{BFB163B6-2093-4D51-BDC8-0D81292C6956}" dt="2019-10-28T12:55:32.074" v="2619" actId="20577"/>
          <ac:spMkLst>
            <pc:docMk/>
            <pc:sldMk cId="289943893" sldId="427"/>
            <ac:spMk id="13" creationId="{DCD61AF9-8FBF-41E9-A95C-72E1885D9A60}"/>
          </ac:spMkLst>
        </pc:spChg>
        <pc:spChg chg="add del mod">
          <ac:chgData name="구승효" userId="1d249be0-9805-4db6-8837-edb995d630a7" providerId="ADAL" clId="{BFB163B6-2093-4D51-BDC8-0D81292C6956}" dt="2019-10-28T11:11:42.327" v="356" actId="478"/>
          <ac:spMkLst>
            <pc:docMk/>
            <pc:sldMk cId="289943893" sldId="427"/>
            <ac:spMk id="14" creationId="{8EC049BC-2847-E549-BCA4-93592E35446D}"/>
          </ac:spMkLst>
        </pc:spChg>
        <pc:spChg chg="add del mod">
          <ac:chgData name="구승효" userId="1d249be0-9805-4db6-8837-edb995d630a7" providerId="ADAL" clId="{BFB163B6-2093-4D51-BDC8-0D81292C6956}" dt="2019-10-28T11:11:29.780" v="332" actId="478"/>
          <ac:spMkLst>
            <pc:docMk/>
            <pc:sldMk cId="289943893" sldId="427"/>
            <ac:spMk id="17" creationId="{A7D1B857-226C-0644-B7D7-2549B046603A}"/>
          </ac:spMkLst>
        </pc:spChg>
        <pc:spChg chg="mod">
          <ac:chgData name="구승효" userId="1d249be0-9805-4db6-8837-edb995d630a7" providerId="ADAL" clId="{BFB163B6-2093-4D51-BDC8-0D81292C6956}" dt="2019-10-28T11:16:10.181" v="439" actId="1076"/>
          <ac:spMkLst>
            <pc:docMk/>
            <pc:sldMk cId="289943893" sldId="427"/>
            <ac:spMk id="30" creationId="{92EE409D-DA8B-E943-A73D-2F41C8415BDC}"/>
          </ac:spMkLst>
        </pc:spChg>
        <pc:spChg chg="mod">
          <ac:chgData name="구승효" userId="1d249be0-9805-4db6-8837-edb995d630a7" providerId="ADAL" clId="{BFB163B6-2093-4D51-BDC8-0D81292C6956}" dt="2019-10-28T11:16:10.181" v="439" actId="1076"/>
          <ac:spMkLst>
            <pc:docMk/>
            <pc:sldMk cId="289943893" sldId="427"/>
            <ac:spMk id="31" creationId="{37162FA4-F24C-CF4F-9A38-BA5362BED479}"/>
          </ac:spMkLst>
        </pc:spChg>
        <pc:spChg chg="add del mod">
          <ac:chgData name="구승효" userId="1d249be0-9805-4db6-8837-edb995d630a7" providerId="ADAL" clId="{BFB163B6-2093-4D51-BDC8-0D81292C6956}" dt="2019-10-28T11:05:29.871" v="130" actId="478"/>
          <ac:spMkLst>
            <pc:docMk/>
            <pc:sldMk cId="289943893" sldId="427"/>
            <ac:spMk id="36" creationId="{881DAA87-E674-1A4C-BD1E-ED6D621E496D}"/>
          </ac:spMkLst>
        </pc:spChg>
        <pc:spChg chg="add del mod">
          <ac:chgData name="구승효" userId="1d249be0-9805-4db6-8837-edb995d630a7" providerId="ADAL" clId="{BFB163B6-2093-4D51-BDC8-0D81292C6956}" dt="2019-10-28T12:55:43.168" v="2632" actId="20577"/>
          <ac:spMkLst>
            <pc:docMk/>
            <pc:sldMk cId="289943893" sldId="427"/>
            <ac:spMk id="38" creationId="{E1965BB7-6322-1446-B014-63B70B477E17}"/>
          </ac:spMkLst>
        </pc:spChg>
        <pc:picChg chg="add mod">
          <ac:chgData name="구승효" userId="1d249be0-9805-4db6-8837-edb995d630a7" providerId="ADAL" clId="{BFB163B6-2093-4D51-BDC8-0D81292C6956}" dt="2019-10-28T11:16:13.272" v="440" actId="1076"/>
          <ac:picMkLst>
            <pc:docMk/>
            <pc:sldMk cId="289943893" sldId="427"/>
            <ac:picMk id="15" creationId="{95A6B0E0-EF50-4B53-9FF4-1B47E019257A}"/>
          </ac:picMkLst>
        </pc:picChg>
        <pc:picChg chg="add mod">
          <ac:chgData name="구승효" userId="1d249be0-9805-4db6-8837-edb995d630a7" providerId="ADAL" clId="{BFB163B6-2093-4D51-BDC8-0D81292C6956}" dt="2019-10-28T11:16:10.181" v="439" actId="1076"/>
          <ac:picMkLst>
            <pc:docMk/>
            <pc:sldMk cId="289943893" sldId="427"/>
            <ac:picMk id="1026" creationId="{BB3D02F4-8028-4D96-B7D1-76783BC247D8}"/>
          </ac:picMkLst>
        </pc:picChg>
        <pc:cxnChg chg="add del">
          <ac:chgData name="구승효" userId="1d249be0-9805-4db6-8837-edb995d630a7" providerId="ADAL" clId="{BFB163B6-2093-4D51-BDC8-0D81292C6956}" dt="2019-10-28T11:10:02.565" v="302" actId="478"/>
          <ac:cxnSpMkLst>
            <pc:docMk/>
            <pc:sldMk cId="289943893" sldId="427"/>
            <ac:cxnSpMk id="3" creationId="{EC652761-0F4A-8A4C-B516-988E1C105C84}"/>
          </ac:cxnSpMkLst>
        </pc:cxnChg>
      </pc:sldChg>
      <pc:sldChg chg="del">
        <pc:chgData name="구승효" userId="1d249be0-9805-4db6-8837-edb995d630a7" providerId="ADAL" clId="{BFB163B6-2093-4D51-BDC8-0D81292C6956}" dt="2019-10-28T11:12:01.558" v="380" actId="2696"/>
        <pc:sldMkLst>
          <pc:docMk/>
          <pc:sldMk cId="1295834038" sldId="428"/>
        </pc:sldMkLst>
      </pc:sldChg>
      <pc:sldChg chg="addSp delSp modSp add">
        <pc:chgData name="구승효" userId="1d249be0-9805-4db6-8837-edb995d630a7" providerId="ADAL" clId="{BFB163B6-2093-4D51-BDC8-0D81292C6956}" dt="2019-10-28T12:55:59.050" v="2655" actId="20577"/>
        <pc:sldMkLst>
          <pc:docMk/>
          <pc:sldMk cId="3860522976" sldId="428"/>
        </pc:sldMkLst>
        <pc:spChg chg="add mod">
          <ac:chgData name="구승효" userId="1d249be0-9805-4db6-8837-edb995d630a7" providerId="ADAL" clId="{BFB163B6-2093-4D51-BDC8-0D81292C6956}" dt="2019-10-28T12:55:59.050" v="2655" actId="20577"/>
          <ac:spMkLst>
            <pc:docMk/>
            <pc:sldMk cId="3860522976" sldId="428"/>
            <ac:spMk id="2" creationId="{66F65205-BD07-4400-A5D0-934B6DCB523E}"/>
          </ac:spMkLst>
        </pc:spChg>
        <pc:spChg chg="del">
          <ac:chgData name="구승효" userId="1d249be0-9805-4db6-8837-edb995d630a7" providerId="ADAL" clId="{BFB163B6-2093-4D51-BDC8-0D81292C6956}" dt="2019-10-28T11:34:52.867" v="984" actId="478"/>
          <ac:spMkLst>
            <pc:docMk/>
            <pc:sldMk cId="3860522976" sldId="428"/>
            <ac:spMk id="3" creationId="{0D4C2CAD-4FCD-4713-88DE-57365E1CC52E}"/>
          </ac:spMkLst>
        </pc:spChg>
        <pc:spChg chg="del">
          <ac:chgData name="구승효" userId="1d249be0-9805-4db6-8837-edb995d630a7" providerId="ADAL" clId="{BFB163B6-2093-4D51-BDC8-0D81292C6956}" dt="2019-10-28T11:34:52.867" v="984" actId="478"/>
          <ac:spMkLst>
            <pc:docMk/>
            <pc:sldMk cId="3860522976" sldId="428"/>
            <ac:spMk id="6" creationId="{581F9E89-DE00-4110-BBE4-34802FF26564}"/>
          </ac:spMkLst>
        </pc:spChg>
        <pc:spChg chg="del">
          <ac:chgData name="구승효" userId="1d249be0-9805-4db6-8837-edb995d630a7" providerId="ADAL" clId="{BFB163B6-2093-4D51-BDC8-0D81292C6956}" dt="2019-10-28T11:34:52.867" v="984" actId="478"/>
          <ac:spMkLst>
            <pc:docMk/>
            <pc:sldMk cId="3860522976" sldId="428"/>
            <ac:spMk id="7" creationId="{878EEDD0-1160-47AF-956F-D3476F6D7A41}"/>
          </ac:spMkLst>
        </pc:spChg>
        <pc:spChg chg="mod">
          <ac:chgData name="구승효" userId="1d249be0-9805-4db6-8837-edb995d630a7" providerId="ADAL" clId="{BFB163B6-2093-4D51-BDC8-0D81292C6956}" dt="2019-10-28T12:55:53.153" v="2651" actId="20577"/>
          <ac:spMkLst>
            <pc:docMk/>
            <pc:sldMk cId="3860522976" sldId="428"/>
            <ac:spMk id="16" creationId="{1BDBE009-8267-3841-A6A9-6A8D3D829B08}"/>
          </ac:spMkLst>
        </pc:spChg>
        <pc:spChg chg="del">
          <ac:chgData name="구승효" userId="1d249be0-9805-4db6-8837-edb995d630a7" providerId="ADAL" clId="{BFB163B6-2093-4D51-BDC8-0D81292C6956}" dt="2019-10-28T11:34:52.867" v="984" actId="478"/>
          <ac:spMkLst>
            <pc:docMk/>
            <pc:sldMk cId="3860522976" sldId="428"/>
            <ac:spMk id="27" creationId="{A73B7955-2B74-4CA1-B1A3-4E349D14FFB6}"/>
          </ac:spMkLst>
        </pc:spChg>
        <pc:spChg chg="del">
          <ac:chgData name="구승효" userId="1d249be0-9805-4db6-8837-edb995d630a7" providerId="ADAL" clId="{BFB163B6-2093-4D51-BDC8-0D81292C6956}" dt="2019-10-28T11:34:52.867" v="984" actId="478"/>
          <ac:spMkLst>
            <pc:docMk/>
            <pc:sldMk cId="3860522976" sldId="428"/>
            <ac:spMk id="28" creationId="{7A25ADD1-07C7-42E1-AE73-42BFA813FCED}"/>
          </ac:spMkLst>
        </pc:spChg>
        <pc:picChg chg="del">
          <ac:chgData name="구승효" userId="1d249be0-9805-4db6-8837-edb995d630a7" providerId="ADAL" clId="{BFB163B6-2093-4D51-BDC8-0D81292C6956}" dt="2019-10-28T11:34:51.216" v="983" actId="478"/>
          <ac:picMkLst>
            <pc:docMk/>
            <pc:sldMk cId="3860522976" sldId="428"/>
            <ac:picMk id="2050" creationId="{0ABD4220-16AA-4251-B6A5-ED184DDE9FAC}"/>
          </ac:picMkLst>
        </pc:picChg>
      </pc:sldChg>
      <pc:sldChg chg="addSp delSp modSp add">
        <pc:chgData name="구승효" userId="1d249be0-9805-4db6-8837-edb995d630a7" providerId="ADAL" clId="{BFB163B6-2093-4D51-BDC8-0D81292C6956}" dt="2019-10-28T12:56:14.532" v="2658" actId="20577"/>
        <pc:sldMkLst>
          <pc:docMk/>
          <pc:sldMk cId="1256651155" sldId="429"/>
        </pc:sldMkLst>
        <pc:spChg chg="del">
          <ac:chgData name="구승효" userId="1d249be0-9805-4db6-8837-edb995d630a7" providerId="ADAL" clId="{BFB163B6-2093-4D51-BDC8-0D81292C6956}" dt="2019-10-28T11:43:02.163" v="1442" actId="478"/>
          <ac:spMkLst>
            <pc:docMk/>
            <pc:sldMk cId="1256651155" sldId="429"/>
            <ac:spMk id="2" creationId="{66F65205-BD07-4400-A5D0-934B6DCB523E}"/>
          </ac:spMkLst>
        </pc:spChg>
        <pc:spChg chg="add mod">
          <ac:chgData name="구승효" userId="1d249be0-9805-4db6-8837-edb995d630a7" providerId="ADAL" clId="{BFB163B6-2093-4D51-BDC8-0D81292C6956}" dt="2019-10-28T12:11:53.634" v="1577" actId="20577"/>
          <ac:spMkLst>
            <pc:docMk/>
            <pc:sldMk cId="1256651155" sldId="429"/>
            <ac:spMk id="4" creationId="{57579A7E-3750-47F8-8B99-457179D9043A}"/>
          </ac:spMkLst>
        </pc:spChg>
        <pc:spChg chg="mod">
          <ac:chgData name="구승효" userId="1d249be0-9805-4db6-8837-edb995d630a7" providerId="ADAL" clId="{BFB163B6-2093-4D51-BDC8-0D81292C6956}" dt="2019-10-28T12:56:14.532" v="2658" actId="20577"/>
          <ac:spMkLst>
            <pc:docMk/>
            <pc:sldMk cId="1256651155" sldId="429"/>
            <ac:spMk id="16" creationId="{1BDBE009-8267-3841-A6A9-6A8D3D829B08}"/>
          </ac:spMkLst>
        </pc:spChg>
        <pc:graphicFrameChg chg="add mod modGraphic">
          <ac:chgData name="구승효" userId="1d249be0-9805-4db6-8837-edb995d630a7" providerId="ADAL" clId="{BFB163B6-2093-4D51-BDC8-0D81292C6956}" dt="2019-10-28T12:10:21.365" v="1505" actId="1076"/>
          <ac:graphicFrameMkLst>
            <pc:docMk/>
            <pc:sldMk cId="1256651155" sldId="429"/>
            <ac:graphicFrameMk id="3" creationId="{DB04C473-8D3B-4A35-8E65-463895CC2DF2}"/>
          </ac:graphicFrameMkLst>
        </pc:graphicFrameChg>
      </pc:sldChg>
      <pc:sldChg chg="del">
        <pc:chgData name="구승효" userId="1d249be0-9805-4db6-8837-edb995d630a7" providerId="ADAL" clId="{BFB163B6-2093-4D51-BDC8-0D81292C6956}" dt="2019-10-28T11:12:01.665" v="381" actId="2696"/>
        <pc:sldMkLst>
          <pc:docMk/>
          <pc:sldMk cId="2444903861" sldId="429"/>
        </pc:sldMkLst>
      </pc:sldChg>
      <pc:sldChg chg="modSp add ord">
        <pc:chgData name="구승효" userId="1d249be0-9805-4db6-8837-edb995d630a7" providerId="ADAL" clId="{BFB163B6-2093-4D51-BDC8-0D81292C6956}" dt="2019-10-28T12:56:05.415" v="2656" actId="20577"/>
        <pc:sldMkLst>
          <pc:docMk/>
          <pc:sldMk cId="444827492" sldId="430"/>
        </pc:sldMkLst>
        <pc:spChg chg="mod">
          <ac:chgData name="구승효" userId="1d249be0-9805-4db6-8837-edb995d630a7" providerId="ADAL" clId="{BFB163B6-2093-4D51-BDC8-0D81292C6956}" dt="2019-10-28T12:48:19.296" v="2445" actId="1076"/>
          <ac:spMkLst>
            <pc:docMk/>
            <pc:sldMk cId="444827492" sldId="430"/>
            <ac:spMk id="2" creationId="{66F65205-BD07-4400-A5D0-934B6DCB523E}"/>
          </ac:spMkLst>
        </pc:spChg>
        <pc:spChg chg="mod">
          <ac:chgData name="구승효" userId="1d249be0-9805-4db6-8837-edb995d630a7" providerId="ADAL" clId="{BFB163B6-2093-4D51-BDC8-0D81292C6956}" dt="2019-10-28T12:56:05.415" v="2656" actId="20577"/>
          <ac:spMkLst>
            <pc:docMk/>
            <pc:sldMk cId="444827492" sldId="430"/>
            <ac:spMk id="16" creationId="{1BDBE009-8267-3841-A6A9-6A8D3D829B08}"/>
          </ac:spMkLst>
        </pc:spChg>
      </pc:sldChg>
      <pc:sldChg chg="del">
        <pc:chgData name="구승효" userId="1d249be0-9805-4db6-8837-edb995d630a7" providerId="ADAL" clId="{BFB163B6-2093-4D51-BDC8-0D81292C6956}" dt="2019-10-28T11:12:02.320" v="392" actId="2696"/>
        <pc:sldMkLst>
          <pc:docMk/>
          <pc:sldMk cId="786204805" sldId="430"/>
        </pc:sldMkLst>
      </pc:sldChg>
      <pc:sldChg chg="del">
        <pc:chgData name="구승효" userId="1d249be0-9805-4db6-8837-edb995d630a7" providerId="ADAL" clId="{BFB163B6-2093-4D51-BDC8-0D81292C6956}" dt="2019-10-28T11:12:01.694" v="382" actId="2696"/>
        <pc:sldMkLst>
          <pc:docMk/>
          <pc:sldMk cId="1019076790" sldId="431"/>
        </pc:sldMkLst>
      </pc:sldChg>
      <pc:sldChg chg="modSp add">
        <pc:chgData name="구승효" userId="1d249be0-9805-4db6-8837-edb995d630a7" providerId="ADAL" clId="{BFB163B6-2093-4D51-BDC8-0D81292C6956}" dt="2019-10-28T12:56:29.060" v="2664" actId="20577"/>
        <pc:sldMkLst>
          <pc:docMk/>
          <pc:sldMk cId="4239748062" sldId="431"/>
        </pc:sldMkLst>
        <pc:spChg chg="mod">
          <ac:chgData name="구승효" userId="1d249be0-9805-4db6-8837-edb995d630a7" providerId="ADAL" clId="{BFB163B6-2093-4D51-BDC8-0D81292C6956}" dt="2019-10-28T12:19:18.866" v="1912" actId="20577"/>
          <ac:spMkLst>
            <pc:docMk/>
            <pc:sldMk cId="4239748062" sldId="431"/>
            <ac:spMk id="2" creationId="{66F65205-BD07-4400-A5D0-934B6DCB523E}"/>
          </ac:spMkLst>
        </pc:spChg>
        <pc:spChg chg="mod">
          <ac:chgData name="구승효" userId="1d249be0-9805-4db6-8837-edb995d630a7" providerId="ADAL" clId="{BFB163B6-2093-4D51-BDC8-0D81292C6956}" dt="2019-10-28T12:56:29.060" v="2664" actId="20577"/>
          <ac:spMkLst>
            <pc:docMk/>
            <pc:sldMk cId="4239748062" sldId="431"/>
            <ac:spMk id="16" creationId="{1BDBE009-8267-3841-A6A9-6A8D3D829B08}"/>
          </ac:spMkLst>
        </pc:spChg>
      </pc:sldChg>
      <pc:sldChg chg="modSp add del">
        <pc:chgData name="구승효" userId="1d249be0-9805-4db6-8837-edb995d630a7" providerId="ADAL" clId="{BFB163B6-2093-4D51-BDC8-0D81292C6956}" dt="2019-10-28T12:36:07.142" v="2373" actId="2696"/>
        <pc:sldMkLst>
          <pc:docMk/>
          <pc:sldMk cId="2075293481" sldId="432"/>
        </pc:sldMkLst>
        <pc:spChg chg="mod">
          <ac:chgData name="구승효" userId="1d249be0-9805-4db6-8837-edb995d630a7" providerId="ADAL" clId="{BFB163B6-2093-4D51-BDC8-0D81292C6956}" dt="2019-10-28T12:20:19.607" v="1971"/>
          <ac:spMkLst>
            <pc:docMk/>
            <pc:sldMk cId="2075293481" sldId="432"/>
            <ac:spMk id="2" creationId="{6EBD42DA-834F-4515-9944-64E6CC5C9EFE}"/>
          </ac:spMkLst>
        </pc:spChg>
      </pc:sldChg>
      <pc:sldChg chg="del">
        <pc:chgData name="구승효" userId="1d249be0-9805-4db6-8837-edb995d630a7" providerId="ADAL" clId="{BFB163B6-2093-4D51-BDC8-0D81292C6956}" dt="2019-10-28T11:11:59.630" v="359" actId="2696"/>
        <pc:sldMkLst>
          <pc:docMk/>
          <pc:sldMk cId="2278859453" sldId="432"/>
        </pc:sldMkLst>
      </pc:sldChg>
      <pc:sldChg chg="addSp delSp modSp add">
        <pc:chgData name="구승효" userId="1d249be0-9805-4db6-8837-edb995d630a7" providerId="ADAL" clId="{BFB163B6-2093-4D51-BDC8-0D81292C6956}" dt="2019-10-28T12:49:07.696" v="2488" actId="20577"/>
        <pc:sldMkLst>
          <pc:docMk/>
          <pc:sldMk cId="389379543" sldId="433"/>
        </pc:sldMkLst>
        <pc:spChg chg="del mod">
          <ac:chgData name="구승효" userId="1d249be0-9805-4db6-8837-edb995d630a7" providerId="ADAL" clId="{BFB163B6-2093-4D51-BDC8-0D81292C6956}" dt="2019-10-28T12:21:09.571" v="1975" actId="478"/>
          <ac:spMkLst>
            <pc:docMk/>
            <pc:sldMk cId="389379543" sldId="433"/>
            <ac:spMk id="2" creationId="{66F65205-BD07-4400-A5D0-934B6DCB523E}"/>
          </ac:spMkLst>
        </pc:spChg>
        <pc:spChg chg="add mod">
          <ac:chgData name="구승효" userId="1d249be0-9805-4db6-8837-edb995d630a7" providerId="ADAL" clId="{BFB163B6-2093-4D51-BDC8-0D81292C6956}" dt="2019-10-28T12:48:37.568" v="2447" actId="255"/>
          <ac:spMkLst>
            <pc:docMk/>
            <pc:sldMk cId="389379543" sldId="433"/>
            <ac:spMk id="3" creationId="{63ECFC3F-EC75-44AA-B92A-4ED992BF12C6}"/>
          </ac:spMkLst>
        </pc:spChg>
        <pc:spChg chg="add mod">
          <ac:chgData name="구승효" userId="1d249be0-9805-4db6-8837-edb995d630a7" providerId="ADAL" clId="{BFB163B6-2093-4D51-BDC8-0D81292C6956}" dt="2019-10-28T12:49:07.696" v="2488" actId="20577"/>
          <ac:spMkLst>
            <pc:docMk/>
            <pc:sldMk cId="389379543" sldId="433"/>
            <ac:spMk id="4" creationId="{C1F92E1E-D07E-4A98-BEAF-C503762FF573}"/>
          </ac:spMkLst>
        </pc:spChg>
        <pc:spChg chg="add del mod">
          <ac:chgData name="구승효" userId="1d249be0-9805-4db6-8837-edb995d630a7" providerId="ADAL" clId="{BFB163B6-2093-4D51-BDC8-0D81292C6956}" dt="2019-10-28T12:26:59.891" v="2054" actId="478"/>
          <ac:spMkLst>
            <pc:docMk/>
            <pc:sldMk cId="389379543" sldId="433"/>
            <ac:spMk id="9" creationId="{53DC3553-8456-4D5A-BDDA-346430099719}"/>
          </ac:spMkLst>
        </pc:spChg>
        <pc:spChg chg="mod">
          <ac:chgData name="구승효" userId="1d249be0-9805-4db6-8837-edb995d630a7" providerId="ADAL" clId="{BFB163B6-2093-4D51-BDC8-0D81292C6956}" dt="2019-10-28T12:34:20.274" v="2316" actId="20577"/>
          <ac:spMkLst>
            <pc:docMk/>
            <pc:sldMk cId="389379543" sldId="433"/>
            <ac:spMk id="16" creationId="{1BDBE009-8267-3841-A6A9-6A8D3D829B08}"/>
          </ac:spMkLst>
        </pc:spChg>
        <pc:graphicFrameChg chg="add del mod">
          <ac:chgData name="구승효" userId="1d249be0-9805-4db6-8837-edb995d630a7" providerId="ADAL" clId="{BFB163B6-2093-4D51-BDC8-0D81292C6956}" dt="2019-10-28T12:22:52.225" v="1978" actId="478"/>
          <ac:graphicFrameMkLst>
            <pc:docMk/>
            <pc:sldMk cId="389379543" sldId="433"/>
            <ac:graphicFrameMk id="6" creationId="{DEE1A134-BD03-47A9-8693-9F8FABEBA376}"/>
          </ac:graphicFrameMkLst>
        </pc:graphicFrameChg>
        <pc:graphicFrameChg chg="add mod modGraphic">
          <ac:chgData name="구승효" userId="1d249be0-9805-4db6-8837-edb995d630a7" providerId="ADAL" clId="{BFB163B6-2093-4D51-BDC8-0D81292C6956}" dt="2019-10-28T12:48:29.976" v="2446" actId="1076"/>
          <ac:graphicFrameMkLst>
            <pc:docMk/>
            <pc:sldMk cId="389379543" sldId="433"/>
            <ac:graphicFrameMk id="7" creationId="{E890AE54-5080-4E97-A90B-6045408758F4}"/>
          </ac:graphicFrameMkLst>
        </pc:graphicFrameChg>
        <pc:graphicFrameChg chg="add del mod modGraphic">
          <ac:chgData name="구승효" userId="1d249be0-9805-4db6-8837-edb995d630a7" providerId="ADAL" clId="{BFB163B6-2093-4D51-BDC8-0D81292C6956}" dt="2019-10-28T12:26:59.891" v="2054" actId="478"/>
          <ac:graphicFrameMkLst>
            <pc:docMk/>
            <pc:sldMk cId="389379543" sldId="433"/>
            <ac:graphicFrameMk id="10" creationId="{B11EFA31-2135-48E9-A8A5-B15D96615568}"/>
          </ac:graphicFrameMkLst>
        </pc:graphicFrameChg>
      </pc:sldChg>
      <pc:sldChg chg="addSp delSp modSp add">
        <pc:chgData name="구승효" userId="1d249be0-9805-4db6-8837-edb995d630a7" providerId="ADAL" clId="{BFB163B6-2093-4D51-BDC8-0D81292C6956}" dt="2019-10-28T12:56:11.478" v="2657" actId="20577"/>
        <pc:sldMkLst>
          <pc:docMk/>
          <pc:sldMk cId="2319635984" sldId="434"/>
        </pc:sldMkLst>
        <pc:spChg chg="del">
          <ac:chgData name="구승효" userId="1d249be0-9805-4db6-8837-edb995d630a7" providerId="ADAL" clId="{BFB163B6-2093-4D51-BDC8-0D81292C6956}" dt="2019-10-28T12:30:33.999" v="2210" actId="478"/>
          <ac:spMkLst>
            <pc:docMk/>
            <pc:sldMk cId="2319635984" sldId="434"/>
            <ac:spMk id="3" creationId="{63ECFC3F-EC75-44AA-B92A-4ED992BF12C6}"/>
          </ac:spMkLst>
        </pc:spChg>
        <pc:spChg chg="del">
          <ac:chgData name="구승효" userId="1d249be0-9805-4db6-8837-edb995d630a7" providerId="ADAL" clId="{BFB163B6-2093-4D51-BDC8-0D81292C6956}" dt="2019-10-28T12:30:40.407" v="2213" actId="478"/>
          <ac:spMkLst>
            <pc:docMk/>
            <pc:sldMk cId="2319635984" sldId="434"/>
            <ac:spMk id="4" creationId="{C1F92E1E-D07E-4A98-BEAF-C503762FF573}"/>
          </ac:spMkLst>
        </pc:spChg>
        <pc:spChg chg="del">
          <ac:chgData name="구승효" userId="1d249be0-9805-4db6-8837-edb995d630a7" providerId="ADAL" clId="{BFB163B6-2093-4D51-BDC8-0D81292C6956}" dt="2019-10-28T12:30:38.803" v="2212" actId="478"/>
          <ac:spMkLst>
            <pc:docMk/>
            <pc:sldMk cId="2319635984" sldId="434"/>
            <ac:spMk id="9" creationId="{53DC3553-8456-4D5A-BDDA-346430099719}"/>
          </ac:spMkLst>
        </pc:spChg>
        <pc:spChg chg="add mod">
          <ac:chgData name="구승효" userId="1d249be0-9805-4db6-8837-edb995d630a7" providerId="ADAL" clId="{BFB163B6-2093-4D51-BDC8-0D81292C6956}" dt="2019-10-28T12:49:38.156" v="2493" actId="1076"/>
          <ac:spMkLst>
            <pc:docMk/>
            <pc:sldMk cId="2319635984" sldId="434"/>
            <ac:spMk id="11" creationId="{083EE1D8-9B6E-4C5D-83B9-C508F66E1F9C}"/>
          </ac:spMkLst>
        </pc:spChg>
        <pc:spChg chg="add mod">
          <ac:chgData name="구승효" userId="1d249be0-9805-4db6-8837-edb995d630a7" providerId="ADAL" clId="{BFB163B6-2093-4D51-BDC8-0D81292C6956}" dt="2019-10-28T12:49:38.156" v="2493" actId="1076"/>
          <ac:spMkLst>
            <pc:docMk/>
            <pc:sldMk cId="2319635984" sldId="434"/>
            <ac:spMk id="12" creationId="{CE063FDE-5703-48A7-87C9-4FC5DD2B81E1}"/>
          </ac:spMkLst>
        </pc:spChg>
        <pc:spChg chg="mod">
          <ac:chgData name="구승효" userId="1d249be0-9805-4db6-8837-edb995d630a7" providerId="ADAL" clId="{BFB163B6-2093-4D51-BDC8-0D81292C6956}" dt="2019-10-28T12:56:11.478" v="2657" actId="20577"/>
          <ac:spMkLst>
            <pc:docMk/>
            <pc:sldMk cId="2319635984" sldId="434"/>
            <ac:spMk id="16" creationId="{1BDBE009-8267-3841-A6A9-6A8D3D829B08}"/>
          </ac:spMkLst>
        </pc:spChg>
        <pc:graphicFrameChg chg="add del">
          <ac:chgData name="구승효" userId="1d249be0-9805-4db6-8837-edb995d630a7" providerId="ADAL" clId="{BFB163B6-2093-4D51-BDC8-0D81292C6956}" dt="2019-10-28T12:30:37.868" v="2211" actId="478"/>
          <ac:graphicFrameMkLst>
            <pc:docMk/>
            <pc:sldMk cId="2319635984" sldId="434"/>
            <ac:graphicFrameMk id="7" creationId="{E890AE54-5080-4E97-A90B-6045408758F4}"/>
          </ac:graphicFrameMkLst>
        </pc:graphicFrameChg>
        <pc:graphicFrameChg chg="add del mod modGraphic">
          <ac:chgData name="구승효" userId="1d249be0-9805-4db6-8837-edb995d630a7" providerId="ADAL" clId="{BFB163B6-2093-4D51-BDC8-0D81292C6956}" dt="2019-10-28T12:33:11.988" v="2306" actId="1076"/>
          <ac:graphicFrameMkLst>
            <pc:docMk/>
            <pc:sldMk cId="2319635984" sldId="434"/>
            <ac:graphicFrameMk id="10" creationId="{B11EFA31-2135-48E9-A8A5-B15D96615568}"/>
          </ac:graphicFrameMkLst>
        </pc:graphicFrameChg>
      </pc:sldChg>
      <pc:sldChg chg="delSp modSp add del ord">
        <pc:chgData name="구승효" userId="1d249be0-9805-4db6-8837-edb995d630a7" providerId="ADAL" clId="{BFB163B6-2093-4D51-BDC8-0D81292C6956}" dt="2019-10-28T12:56:22.390" v="2660" actId="2696"/>
        <pc:sldMkLst>
          <pc:docMk/>
          <pc:sldMk cId="1582097011" sldId="435"/>
        </pc:sldMkLst>
        <pc:spChg chg="mod">
          <ac:chgData name="구승효" userId="1d249be0-9805-4db6-8837-edb995d630a7" providerId="ADAL" clId="{BFB163B6-2093-4D51-BDC8-0D81292C6956}" dt="2019-10-28T12:55:00.399" v="2600" actId="20577"/>
          <ac:spMkLst>
            <pc:docMk/>
            <pc:sldMk cId="1582097011" sldId="435"/>
            <ac:spMk id="11" creationId="{083EE1D8-9B6E-4C5D-83B9-C508F66E1F9C}"/>
          </ac:spMkLst>
        </pc:spChg>
        <pc:spChg chg="mod">
          <ac:chgData name="구승효" userId="1d249be0-9805-4db6-8837-edb995d630a7" providerId="ADAL" clId="{BFB163B6-2093-4D51-BDC8-0D81292C6956}" dt="2019-10-28T12:35:11.989" v="2353" actId="20577"/>
          <ac:spMkLst>
            <pc:docMk/>
            <pc:sldMk cId="1582097011" sldId="435"/>
            <ac:spMk id="16" creationId="{1BDBE009-8267-3841-A6A9-6A8D3D829B08}"/>
          </ac:spMkLst>
        </pc:spChg>
        <pc:graphicFrameChg chg="del">
          <ac:chgData name="구승효" userId="1d249be0-9805-4db6-8837-edb995d630a7" providerId="ADAL" clId="{BFB163B6-2093-4D51-BDC8-0D81292C6956}" dt="2019-10-28T12:35:16.326" v="2354" actId="478"/>
          <ac:graphicFrameMkLst>
            <pc:docMk/>
            <pc:sldMk cId="1582097011" sldId="435"/>
            <ac:graphicFrameMk id="10" creationId="{B11EFA31-2135-48E9-A8A5-B15D96615568}"/>
          </ac:graphicFrameMkLst>
        </pc:graphicFrameChg>
      </pc:sldChg>
      <pc:sldChg chg="add del">
        <pc:chgData name="구승효" userId="1d249be0-9805-4db6-8837-edb995d630a7" providerId="ADAL" clId="{BFB163B6-2093-4D51-BDC8-0D81292C6956}" dt="2019-10-28T12:34:43.052" v="2326" actId="2696"/>
        <pc:sldMkLst>
          <pc:docMk/>
          <pc:sldMk cId="2131480789" sldId="435"/>
        </pc:sldMkLst>
      </pc:sldChg>
      <pc:sldChg chg="addSp delSp modSp add">
        <pc:chgData name="구승효" userId="1d249be0-9805-4db6-8837-edb995d630a7" providerId="ADAL" clId="{BFB163B6-2093-4D51-BDC8-0D81292C6956}" dt="2019-10-28T12:56:43.682" v="2681" actId="1076"/>
        <pc:sldMkLst>
          <pc:docMk/>
          <pc:sldMk cId="668292368" sldId="436"/>
        </pc:sldMkLst>
        <pc:spChg chg="add mod">
          <ac:chgData name="구승효" userId="1d249be0-9805-4db6-8837-edb995d630a7" providerId="ADAL" clId="{BFB163B6-2093-4D51-BDC8-0D81292C6956}" dt="2019-10-28T12:56:39.559" v="2680" actId="1035"/>
          <ac:spMkLst>
            <pc:docMk/>
            <pc:sldMk cId="668292368" sldId="436"/>
            <ac:spMk id="8" creationId="{E37F070A-D691-447D-92C7-BC37377872A3}"/>
          </ac:spMkLst>
        </pc:spChg>
        <pc:spChg chg="del mod">
          <ac:chgData name="구승효" userId="1d249be0-9805-4db6-8837-edb995d630a7" providerId="ADAL" clId="{BFB163B6-2093-4D51-BDC8-0D81292C6956}" dt="2019-10-28T12:36:59.693" v="2438" actId="478"/>
          <ac:spMkLst>
            <pc:docMk/>
            <pc:sldMk cId="668292368" sldId="436"/>
            <ac:spMk id="11" creationId="{083EE1D8-9B6E-4C5D-83B9-C508F66E1F9C}"/>
          </ac:spMkLst>
        </pc:spChg>
        <pc:spChg chg="del mod">
          <ac:chgData name="구승효" userId="1d249be0-9805-4db6-8837-edb995d630a7" providerId="ADAL" clId="{BFB163B6-2093-4D51-BDC8-0D81292C6956}" dt="2019-10-28T12:36:57.133" v="2437"/>
          <ac:spMkLst>
            <pc:docMk/>
            <pc:sldMk cId="668292368" sldId="436"/>
            <ac:spMk id="12" creationId="{CE063FDE-5703-48A7-87C9-4FC5DD2B81E1}"/>
          </ac:spMkLst>
        </pc:spChg>
        <pc:spChg chg="mod">
          <ac:chgData name="구승효" userId="1d249be0-9805-4db6-8837-edb995d630a7" providerId="ADAL" clId="{BFB163B6-2093-4D51-BDC8-0D81292C6956}" dt="2019-10-28T12:36:16.374" v="2398" actId="20577"/>
          <ac:spMkLst>
            <pc:docMk/>
            <pc:sldMk cId="668292368" sldId="436"/>
            <ac:spMk id="16" creationId="{1BDBE009-8267-3841-A6A9-6A8D3D829B08}"/>
          </ac:spMkLst>
        </pc:spChg>
        <pc:picChg chg="add mod">
          <ac:chgData name="구승효" userId="1d249be0-9805-4db6-8837-edb995d630a7" providerId="ADAL" clId="{BFB163B6-2093-4D51-BDC8-0D81292C6956}" dt="2019-10-28T12:56:43.682" v="2681" actId="1076"/>
          <ac:picMkLst>
            <pc:docMk/>
            <pc:sldMk cId="668292368" sldId="436"/>
            <ac:picMk id="2" creationId="{9C1682E9-A3B2-4E45-A509-6F294A8B014C}"/>
          </ac:picMkLst>
        </pc:picChg>
      </pc:sldChg>
      <pc:sldChg chg="modSp add del ord">
        <pc:chgData name="구승효" userId="1d249be0-9805-4db6-8837-edb995d630a7" providerId="ADAL" clId="{BFB163B6-2093-4D51-BDC8-0D81292C6956}" dt="2019-10-28T12:56:21.353" v="2659" actId="2696"/>
        <pc:sldMkLst>
          <pc:docMk/>
          <pc:sldMk cId="2719783244" sldId="437"/>
        </pc:sldMkLst>
        <pc:spChg chg="mod">
          <ac:chgData name="구승효" userId="1d249be0-9805-4db6-8837-edb995d630a7" providerId="ADAL" clId="{BFB163B6-2093-4D51-BDC8-0D81292C6956}" dt="2019-10-28T12:50:09.125" v="2533" actId="20577"/>
          <ac:spMkLst>
            <pc:docMk/>
            <pc:sldMk cId="2719783244" sldId="437"/>
            <ac:spMk id="37" creationId="{601E0D97-DAFA-344B-B290-30ED128B63CE}"/>
          </ac:spMkLst>
        </pc:spChg>
      </pc:sldChg>
      <pc:sldChg chg="modSp add ord">
        <pc:chgData name="구승효" userId="1d249be0-9805-4db6-8837-edb995d630a7" providerId="ADAL" clId="{BFB163B6-2093-4D51-BDC8-0D81292C6956}" dt="2019-10-28T12:56:25.128" v="2661" actId="20577"/>
        <pc:sldMkLst>
          <pc:docMk/>
          <pc:sldMk cId="2484528882" sldId="438"/>
        </pc:sldMkLst>
        <pc:spChg chg="mod">
          <ac:chgData name="구승효" userId="1d249be0-9805-4db6-8837-edb995d630a7" providerId="ADAL" clId="{BFB163B6-2093-4D51-BDC8-0D81292C6956}" dt="2019-10-28T12:56:25.128" v="2661" actId="20577"/>
          <ac:spMkLst>
            <pc:docMk/>
            <pc:sldMk cId="2484528882" sldId="438"/>
            <ac:spMk id="37" creationId="{601E0D97-DAFA-344B-B290-30ED128B63C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03DD46-6924-44BE-9CE5-1101E4E5BF82}" type="datetimeFigureOut">
              <a:rPr lang="ko-KR" altLang="en-US" smtClean="0"/>
              <a:t>2019-10-28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ECB611-F6DC-4EDD-83C3-516AB6137E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4257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ECB611-F6DC-4EDD-83C3-516AB6137E6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49783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E27D4-75C0-5646-90A9-CB28CF5813FD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33945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E27D4-75C0-5646-90A9-CB28CF5813FD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605427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E27D4-75C0-5646-90A9-CB28CF5813FD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729517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E27D4-75C0-5646-90A9-CB28CF5813FD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450388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E27D4-75C0-5646-90A9-CB28CF5813FD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877476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E27D4-75C0-5646-90A9-CB28CF5813FD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147059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E27D4-75C0-5646-90A9-CB28CF5813FD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515027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E27D4-75C0-5646-90A9-CB28CF5813FD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05008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C64AE2-B414-40F1-90E8-8DE7965BE8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590BA8F-F284-43B4-9805-B73758942E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37058A-959E-4E8B-B8D2-A90500EAA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812F-BFB0-44FB-901F-5952EA19365C}" type="datetimeFigureOut">
              <a:rPr lang="ko-KR" altLang="en-US" smtClean="0"/>
              <a:t>2019-10-28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6647C9-5AEB-45D5-A07A-5596931F4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5EA807-9BF5-474E-BE83-D17FD0732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171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76BB44-9739-405E-AE14-8C92EC3D3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7441CE-A0ED-4DD0-A5E0-C86F608B8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53CC42-6F36-4FE2-9840-05DA9BE0A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812F-BFB0-44FB-901F-5952EA19365C}" type="datetimeFigureOut">
              <a:rPr lang="ko-KR" altLang="en-US" smtClean="0"/>
              <a:t>2019-10-28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9C07BC-28CF-4426-A407-9DBC1ED52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3EAF9F-69DA-4046-B03B-2A3DB1C81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3355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515363-5252-437A-AF6B-092578399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92D324-7CFF-40CE-A256-3CA046F30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B1C708-028D-4D5D-B20E-A11F4056E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812F-BFB0-44FB-901F-5952EA19365C}" type="datetimeFigureOut">
              <a:rPr lang="ko-KR" altLang="en-US" smtClean="0"/>
              <a:t>2019-10-28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FDD41E-5C13-47CA-9EE4-32E9E0609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796C06-EF82-4022-8C45-CCDDD91F8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145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967983-B8F3-433C-B041-F76E2154D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993055-F811-496B-848F-D327623438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4A7A8DE-4B54-4034-8D37-E93CCF871C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7777F8-9330-4339-BAC7-8A465ACD7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812F-BFB0-44FB-901F-5952EA19365C}" type="datetimeFigureOut">
              <a:rPr lang="ko-KR" altLang="en-US" smtClean="0"/>
              <a:t>2019-10-28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E803F0-8225-4287-8512-AC6A9641C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16A4EB-6B81-4DE6-BE58-568A53FCF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074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7F25F2-3DBC-4588-B95D-2083A362C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D1200F-A5F5-430E-87CF-FB0797914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16FD20-D5C4-4DCA-AF8D-FF14599C85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86A565-01BA-48FC-B88C-25ED237E87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521DBE7-B1B1-4D8D-996A-8548D4DB9E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99A8227-63C9-4043-AE81-02FD5D6E9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812F-BFB0-44FB-901F-5952EA19365C}" type="datetimeFigureOut">
              <a:rPr lang="ko-KR" altLang="en-US" smtClean="0"/>
              <a:t>2019-10-28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51406AB-BF02-4B17-A689-97D6A1E0C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BFAE244-DE09-428A-ACB1-B0815D41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9041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1BD4AB-A27A-4178-BAA8-895DD4959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D1E1D48-FFE5-4914-AE0E-919F4F997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812F-BFB0-44FB-901F-5952EA19365C}" type="datetimeFigureOut">
              <a:rPr lang="ko-KR" altLang="en-US" smtClean="0"/>
              <a:t>2019-10-28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29A1324-1C3D-49C8-8170-71BF81B5A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5E0CEC-AB72-4AF8-887F-D365C29D9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188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34AB0C-E598-401F-B1EC-821153F7A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812F-BFB0-44FB-901F-5952EA19365C}" type="datetimeFigureOut">
              <a:rPr lang="ko-KR" altLang="en-US" smtClean="0"/>
              <a:t>2019-10-28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CB9641A-CEE9-4A62-A8BC-480CE7056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5DD2C9-4AB8-4D81-8787-5812A93CE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4740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5C74D8-1F96-4094-AF54-81A5216DC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064FDA-BF34-4AA5-AC76-FBB9708AB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362B58-2F0D-48C2-A58F-760B9AD218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8628EB-35A1-4464-9861-E7A9ABD85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812F-BFB0-44FB-901F-5952EA19365C}" type="datetimeFigureOut">
              <a:rPr lang="ko-KR" altLang="en-US" smtClean="0"/>
              <a:t>2019-10-28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5DB737-4C03-4566-BBF9-8B7542FDB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BE7DF9-9A86-477F-9017-9FEF08998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7295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F2A332-0323-4E09-A61F-FF270797D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602430B-5D77-43EC-A633-677D2CB825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6E9351A-5E87-4239-8B3B-13F639F9C8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0E6C9B-4048-4263-AA7D-0A8B5219D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812F-BFB0-44FB-901F-5952EA19365C}" type="datetimeFigureOut">
              <a:rPr lang="ko-KR" altLang="en-US" smtClean="0"/>
              <a:t>2019-10-28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9CAD72-A062-4D74-AE2E-3D82BF436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CE1D24-0CCC-4C36-BBE8-C2BE2B74B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0861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C52E10-A35C-4538-8E0C-93F064408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5651E0-5DAC-482E-9CD8-032656C18D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7CE786-0810-4037-879F-E3592A1E0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812F-BFB0-44FB-901F-5952EA19365C}" type="datetimeFigureOut">
              <a:rPr lang="ko-KR" altLang="en-US" smtClean="0"/>
              <a:t>2019-10-28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6A5A2E-8E48-4DA1-B89D-36FC9EFDC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0911BE-6850-4575-AEA9-AAF6BBB67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1281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3B2448F-25F7-4928-855D-6E9393E8DF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907FC98-7BC4-4C92-95A0-3DC4A4000F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906BDD-7876-4936-B6B1-4D905ECE1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812F-BFB0-44FB-901F-5952EA19365C}" type="datetimeFigureOut">
              <a:rPr lang="ko-KR" altLang="en-US" smtClean="0"/>
              <a:t>2019-10-28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246E70-1E4E-486B-B358-6962369F4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9857D6-661E-49C0-A7FB-A17DA1264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0005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FF7AFA9-3161-49CC-AEEF-E7DD08C65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5DBD50-7EC7-4C87-8945-883997E12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93FB83-43A0-4F40-BD6E-3671CEC9C6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AB812F-BFB0-44FB-901F-5952EA19365C}" type="datetimeFigureOut">
              <a:rPr lang="ko-KR" altLang="en-US" smtClean="0"/>
              <a:t>2019-10-28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B71DA2-0F71-4419-8BF4-AAA28F0FD5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12206C-EEA2-481A-8891-F8FB081CFF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4579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mis.or.kr/customer/price/wholesale/period.do?action=daily&amp;startday=2019-01-01&amp;endday=2019-03-29&amp;countycode=&amp;itemcategorycode=200&amp;itemcode=211&amp;kindcode=&amp;productrankcode=&amp;convert_kg_yn=N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ata.kma.go.kr/data/grnd/selectAsosRltmList.do?pgmNo=3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537AF7-E3D1-974D-966B-6576DF22E2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7017" y="1505030"/>
            <a:ext cx="10717966" cy="2387600"/>
          </a:xfrm>
        </p:spPr>
        <p:txBody>
          <a:bodyPr anchor="ctr">
            <a:noAutofit/>
          </a:bodyPr>
          <a:lstStyle/>
          <a:p>
            <a:r>
              <a:rPr kumimoji="1" lang="en-US" altLang="ko-KR" sz="5400" b="1" spc="-150" dirty="0">
                <a:solidFill>
                  <a:schemeClr val="tx2">
                    <a:lumMod val="50000"/>
                  </a:schemeClr>
                </a:solidFill>
                <a:latin typeface="Nanum Gothic ExtraBold" panose="020D0604000000000000" pitchFamily="34" charset="-127"/>
                <a:ea typeface="Nanum Gothic ExtraBold" panose="020D0604000000000000" pitchFamily="34" charset="-127"/>
                <a:cs typeface="Arial" panose="020B0604020202020204" pitchFamily="34" charset="0"/>
              </a:rPr>
              <a:t>Business Analytics Project</a:t>
            </a:r>
            <a:endParaRPr kumimoji="1" lang="ko-KR" altLang="en-US" sz="5400" b="1" spc="-150" dirty="0">
              <a:solidFill>
                <a:schemeClr val="tx2">
                  <a:lumMod val="50000"/>
                </a:schemeClr>
              </a:solidFill>
              <a:latin typeface="Nanum Gothic ExtraBold" panose="020D0604000000000000" pitchFamily="34" charset="-127"/>
              <a:ea typeface="Nanum Gothic ExtraBold" panose="020D0604000000000000" pitchFamily="34" charset="-127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868B10-F4D8-084B-9389-7CC8D80FECDE}"/>
              </a:ext>
            </a:extLst>
          </p:cNvPr>
          <p:cNvCxnSpPr/>
          <p:nvPr/>
        </p:nvCxnSpPr>
        <p:spPr>
          <a:xfrm>
            <a:off x="0" y="750627"/>
            <a:ext cx="9608024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87F21173-3E8A-4249-8C1D-F897ADD01C9C}"/>
              </a:ext>
            </a:extLst>
          </p:cNvPr>
          <p:cNvSpPr/>
          <p:nvPr/>
        </p:nvSpPr>
        <p:spPr>
          <a:xfrm>
            <a:off x="0" y="750626"/>
            <a:ext cx="6373504" cy="126193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70AE46"/>
              </a:solidFill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0C282BF2-8F0B-7A41-A48E-9E0A20969515}"/>
              </a:ext>
            </a:extLst>
          </p:cNvPr>
          <p:cNvSpPr txBox="1">
            <a:spLocks/>
          </p:cNvSpPr>
          <p:nvPr/>
        </p:nvSpPr>
        <p:spPr>
          <a:xfrm>
            <a:off x="9171148" y="3133299"/>
            <a:ext cx="1779350" cy="9301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ko-KR" sz="2800" b="1" dirty="0">
                <a:solidFill>
                  <a:schemeClr val="tx2">
                    <a:lumMod val="50000"/>
                  </a:schemeClr>
                </a:solidFill>
                <a:latin typeface="Nanum Gothic ExtraBold" panose="020D0604000000000000" pitchFamily="34" charset="-127"/>
                <a:ea typeface="Nanum Gothic ExtraBold" panose="020D0604000000000000" pitchFamily="34" charset="-127"/>
                <a:cs typeface="Arial" panose="020B0604020202020204" pitchFamily="34" charset="0"/>
              </a:rPr>
              <a:t>Proposal </a:t>
            </a:r>
            <a:endParaRPr kumimoji="1" lang="ko-KR" altLang="en-US" sz="2800" b="1" dirty="0">
              <a:solidFill>
                <a:schemeClr val="tx2">
                  <a:lumMod val="50000"/>
                </a:schemeClr>
              </a:solidFill>
              <a:latin typeface="Nanum Gothic ExtraBold" panose="020D0604000000000000" pitchFamily="34" charset="-127"/>
              <a:ea typeface="Nanum Gothic ExtraBold" panose="020D0604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9C05F84F-2E20-6D4C-8694-3A2546CDE33C}"/>
              </a:ext>
            </a:extLst>
          </p:cNvPr>
          <p:cNvSpPr txBox="1">
            <a:spLocks/>
          </p:cNvSpPr>
          <p:nvPr/>
        </p:nvSpPr>
        <p:spPr>
          <a:xfrm>
            <a:off x="9266663" y="5542258"/>
            <a:ext cx="2834041" cy="11302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ko-KR" sz="1600" b="1" dirty="0">
                <a:ea typeface="HGSSoeiKakugothicUB" panose="020B0400000000000000" pitchFamily="34" charset="-128"/>
                <a:cs typeface="Arial" panose="020B0604020202020204" pitchFamily="34" charset="0"/>
              </a:rPr>
              <a:t>15146302 Kang, </a:t>
            </a:r>
            <a:r>
              <a:rPr kumimoji="1" lang="en-US" altLang="ko-KR" sz="1600" b="1" dirty="0" err="1">
                <a:ea typeface="HGSSoeiKakugothicUB" panose="020B0400000000000000" pitchFamily="34" charset="-128"/>
                <a:cs typeface="Arial" panose="020B0604020202020204" pitchFamily="34" charset="0"/>
              </a:rPr>
              <a:t>Euiheyon</a:t>
            </a:r>
            <a:endParaRPr kumimoji="1" lang="en-US" altLang="ko-KR" sz="1600" b="1" dirty="0">
              <a:ea typeface="HGSSoeiKakugothicUB" panose="020B0400000000000000" pitchFamily="34" charset="-128"/>
              <a:cs typeface="Arial" panose="020B0604020202020204" pitchFamily="34" charset="0"/>
            </a:endParaRPr>
          </a:p>
          <a:p>
            <a:pPr algn="l"/>
            <a:r>
              <a:rPr lang="en-US" altLang="ko-KR" sz="1600" b="1" dirty="0">
                <a:ea typeface="HGSSoeiKakugothicUB" panose="020B0400000000000000" pitchFamily="34" charset="-128"/>
                <a:cs typeface="Arial" panose="020B0604020202020204" pitchFamily="34" charset="0"/>
              </a:rPr>
              <a:t>15146304 Ku, Seunghyo</a:t>
            </a:r>
          </a:p>
          <a:p>
            <a:pPr algn="l"/>
            <a:r>
              <a:rPr kumimoji="1" lang="en-US" altLang="ko-KR" sz="1600" b="1" dirty="0">
                <a:ea typeface="HGSSoeiKakugothicUB" panose="020B0400000000000000" pitchFamily="34" charset="-128"/>
                <a:cs typeface="Arial" panose="020B0604020202020204" pitchFamily="34" charset="0"/>
              </a:rPr>
              <a:t>15146312 Park, </a:t>
            </a:r>
            <a:r>
              <a:rPr kumimoji="1" lang="en-US" altLang="ko-KR" sz="1600" b="1" dirty="0" err="1">
                <a:ea typeface="HGSSoeiKakugothicUB" panose="020B0400000000000000" pitchFamily="34" charset="-128"/>
                <a:cs typeface="Arial" panose="020B0604020202020204" pitchFamily="34" charset="0"/>
              </a:rPr>
              <a:t>Gangmin</a:t>
            </a:r>
            <a:endParaRPr kumimoji="1" lang="en-US" altLang="ko-KR" sz="1600" b="1" dirty="0">
              <a:ea typeface="HGSSoeiKakugothicUB" panose="020B04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011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4">
            <a:extLst>
              <a:ext uri="{FF2B5EF4-FFF2-40B4-BE49-F238E27FC236}">
                <a16:creationId xmlns:a16="http://schemas.microsoft.com/office/drawing/2014/main" id="{77A814D4-2A9E-F44A-B472-191A5277F24B}"/>
              </a:ext>
            </a:extLst>
          </p:cNvPr>
          <p:cNvSpPr txBox="1"/>
          <p:nvPr/>
        </p:nvSpPr>
        <p:spPr>
          <a:xfrm>
            <a:off x="3855345" y="1596477"/>
            <a:ext cx="36661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b="1" dirty="0">
                <a:solidFill>
                  <a:schemeClr val="accent6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1. Problem Selecting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ea"/>
              <a:sym typeface="Calibri" panose="020F0502020204030204" pitchFamily="34" charset="0"/>
            </a:endParaRPr>
          </a:p>
        </p:txBody>
      </p:sp>
      <p:sp>
        <p:nvSpPr>
          <p:cNvPr id="30" name="矩形 8">
            <a:extLst>
              <a:ext uri="{FF2B5EF4-FFF2-40B4-BE49-F238E27FC236}">
                <a16:creationId xmlns:a16="http://schemas.microsoft.com/office/drawing/2014/main" id="{92EE409D-DA8B-E943-A73D-2F41C8415BDC}"/>
              </a:ext>
            </a:extLst>
          </p:cNvPr>
          <p:cNvSpPr/>
          <p:nvPr/>
        </p:nvSpPr>
        <p:spPr>
          <a:xfrm>
            <a:off x="576056" y="578099"/>
            <a:ext cx="1640719" cy="210549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31" name="矩形 33">
            <a:extLst>
              <a:ext uri="{FF2B5EF4-FFF2-40B4-BE49-F238E27FC236}">
                <a16:creationId xmlns:a16="http://schemas.microsoft.com/office/drawing/2014/main" id="{37162FA4-F24C-CF4F-9A38-BA5362BED479}"/>
              </a:ext>
            </a:extLst>
          </p:cNvPr>
          <p:cNvSpPr/>
          <p:nvPr/>
        </p:nvSpPr>
        <p:spPr>
          <a:xfrm>
            <a:off x="1094753" y="1167744"/>
            <a:ext cx="2188803" cy="210549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  <a:sym typeface="Arial" panose="020B0604020202020204" pitchFamily="34" charset="0"/>
              </a:rPr>
              <a:t>CONTENTS</a:t>
            </a:r>
            <a:endParaRPr lang="zh-CN" altLang="en-US" sz="2800" b="1" dirty="0">
              <a:solidFill>
                <a:schemeClr val="bg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  <a:sym typeface="Arial" panose="020B0604020202020204" pitchFamily="34" charset="0"/>
            </a:endParaRPr>
          </a:p>
        </p:txBody>
      </p:sp>
      <p:sp>
        <p:nvSpPr>
          <p:cNvPr id="38" name="文本框 3">
            <a:extLst>
              <a:ext uri="{FF2B5EF4-FFF2-40B4-BE49-F238E27FC236}">
                <a16:creationId xmlns:a16="http://schemas.microsoft.com/office/drawing/2014/main" id="{E1965BB7-6322-1446-B014-63B70B477E17}"/>
              </a:ext>
            </a:extLst>
          </p:cNvPr>
          <p:cNvSpPr txBox="1"/>
          <p:nvPr/>
        </p:nvSpPr>
        <p:spPr>
          <a:xfrm>
            <a:off x="4256300" y="2119697"/>
            <a:ext cx="3348534" cy="1984728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latinLnBrk="0">
              <a:defRPr/>
            </a:pPr>
            <a:r>
              <a:rPr lang="en-US" altLang="ko-K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1.1 Area</a:t>
            </a:r>
          </a:p>
          <a:p>
            <a:pPr latinLnBrk="0">
              <a:defRPr/>
            </a:pPr>
            <a:r>
              <a:rPr lang="en-US" altLang="ko-K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1.2 Goal</a:t>
            </a:r>
          </a:p>
          <a:p>
            <a:pPr latinLnBrk="0">
              <a:defRPr/>
            </a:pP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1.3 Methods</a:t>
            </a:r>
          </a:p>
          <a:p>
            <a:pPr latinLnBrk="0">
              <a:defRPr/>
            </a:pP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1.4 Data</a:t>
            </a:r>
          </a:p>
        </p:txBody>
      </p:sp>
      <p:sp>
        <p:nvSpPr>
          <p:cNvPr id="13" name="文本框 4">
            <a:extLst>
              <a:ext uri="{FF2B5EF4-FFF2-40B4-BE49-F238E27FC236}">
                <a16:creationId xmlns:a16="http://schemas.microsoft.com/office/drawing/2014/main" id="{DCD61AF9-8FBF-41E9-A95C-72E1885D9A60}"/>
              </a:ext>
            </a:extLst>
          </p:cNvPr>
          <p:cNvSpPr txBox="1"/>
          <p:nvPr/>
        </p:nvSpPr>
        <p:spPr>
          <a:xfrm>
            <a:off x="3855345" y="3673538"/>
            <a:ext cx="47264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b="1" dirty="0">
                <a:solidFill>
                  <a:srgbClr val="70AE47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2. Project Plan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3200" b="1" dirty="0">
              <a:solidFill>
                <a:srgbClr val="70AE47"/>
              </a:solidFill>
              <a:latin typeface="Calibri" panose="020F0502020204030204" pitchFamily="34" charset="0"/>
              <a:ea typeface="微软雅黑" panose="020B0503020204020204" pitchFamily="34" charset="-122"/>
              <a:cs typeface="+mn-ea"/>
              <a:sym typeface="Calibri" panose="020F0502020204030204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b="1" dirty="0">
                <a:solidFill>
                  <a:srgbClr val="70AE47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3. References</a:t>
            </a:r>
          </a:p>
        </p:txBody>
      </p:sp>
      <p:pic>
        <p:nvPicPr>
          <p:cNvPr id="1026" name="Picture 2" descr="김치, 아이콘, 일러스트, 벡터, 고추">
            <a:extLst>
              <a:ext uri="{FF2B5EF4-FFF2-40B4-BE49-F238E27FC236}">
                <a16:creationId xmlns:a16="http://schemas.microsoft.com/office/drawing/2014/main" id="{BB3D02F4-8028-4D96-B7D1-76783BC247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3054" b="94784" l="6723" r="60504">
                        <a14:foregroundMark x1="54308" y1="63692" x2="52615" y2="74154"/>
                        <a14:foregroundMark x1="58923" y1="64769" x2="59692" y2="727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7838" r="59634"/>
          <a:stretch/>
        </p:blipFill>
        <p:spPr bwMode="auto">
          <a:xfrm>
            <a:off x="2591317" y="2414937"/>
            <a:ext cx="1384478" cy="178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김치, 아이콘, 일러스트, 벡터, 고추">
            <a:extLst>
              <a:ext uri="{FF2B5EF4-FFF2-40B4-BE49-F238E27FC236}">
                <a16:creationId xmlns:a16="http://schemas.microsoft.com/office/drawing/2014/main" id="{95A6B0E0-EF50-4B53-9FF4-1B47E01925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3054" b="94784" l="6723" r="60504">
                        <a14:foregroundMark x1="54308" y1="63692" x2="52615" y2="74154"/>
                        <a14:foregroundMark x1="58923" y1="64769" x2="59692" y2="727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5401" t="47838" r="24520"/>
          <a:stretch/>
        </p:blipFill>
        <p:spPr bwMode="auto">
          <a:xfrm>
            <a:off x="73763" y="-104214"/>
            <a:ext cx="1374601" cy="178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943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">
            <a:extLst>
              <a:ext uri="{FF2B5EF4-FFF2-40B4-BE49-F238E27FC236}">
                <a16:creationId xmlns:a16="http://schemas.microsoft.com/office/drawing/2014/main" id="{601E0D97-DAFA-344B-B290-30ED128B63CE}"/>
              </a:ext>
            </a:extLst>
          </p:cNvPr>
          <p:cNvSpPr txBox="1"/>
          <p:nvPr/>
        </p:nvSpPr>
        <p:spPr>
          <a:xfrm>
            <a:off x="3387969" y="2284936"/>
            <a:ext cx="5416062" cy="201889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 latinLnBrk="0">
              <a:defRPr/>
            </a:pPr>
            <a:r>
              <a:rPr lang="en-US" altLang="ko-KR" sz="54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1. Problem Selecting</a:t>
            </a:r>
            <a:endParaRPr lang="en-US" altLang="zh-CN" sz="5400" b="1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+mn-ea"/>
              <a:sym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AAE8E6-9C0A-6B41-9582-A1BE8A207610}"/>
              </a:ext>
            </a:extLst>
          </p:cNvPr>
          <p:cNvSpPr txBox="1"/>
          <p:nvPr/>
        </p:nvSpPr>
        <p:spPr>
          <a:xfrm>
            <a:off x="5275385" y="19920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8" name="Straight Connector 5">
            <a:extLst>
              <a:ext uri="{FF2B5EF4-FFF2-40B4-BE49-F238E27FC236}">
                <a16:creationId xmlns:a16="http://schemas.microsoft.com/office/drawing/2014/main" id="{CB3A8313-4A6F-4A4A-848E-CC5A847CE3B7}"/>
              </a:ext>
            </a:extLst>
          </p:cNvPr>
          <p:cNvCxnSpPr/>
          <p:nvPr/>
        </p:nvCxnSpPr>
        <p:spPr>
          <a:xfrm>
            <a:off x="0" y="3438066"/>
            <a:ext cx="9608024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6">
            <a:extLst>
              <a:ext uri="{FF2B5EF4-FFF2-40B4-BE49-F238E27FC236}">
                <a16:creationId xmlns:a16="http://schemas.microsoft.com/office/drawing/2014/main" id="{C8E03941-2129-440E-B933-F39939171DFC}"/>
              </a:ext>
            </a:extLst>
          </p:cNvPr>
          <p:cNvSpPr/>
          <p:nvPr/>
        </p:nvSpPr>
        <p:spPr>
          <a:xfrm>
            <a:off x="0" y="3438065"/>
            <a:ext cx="6373504" cy="126193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70AE46"/>
              </a:solidFill>
            </a:endParaRPr>
          </a:p>
        </p:txBody>
      </p:sp>
      <p:pic>
        <p:nvPicPr>
          <p:cNvPr id="10" name="Picture 2" descr="김치, 아이콘, 일러스트, 벡터, 고추">
            <a:extLst>
              <a:ext uri="{FF2B5EF4-FFF2-40B4-BE49-F238E27FC236}">
                <a16:creationId xmlns:a16="http://schemas.microsoft.com/office/drawing/2014/main" id="{BC0C207A-C140-4E69-8BA2-261904DEB0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3054" b="94784" l="6723" r="60504">
                        <a14:foregroundMark x1="54308" y1="63692" x2="52615" y2="74154"/>
                        <a14:foregroundMark x1="58923" y1="64769" x2="59692" y2="727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7838" r="59634"/>
          <a:stretch/>
        </p:blipFill>
        <p:spPr bwMode="auto">
          <a:xfrm rot="999380">
            <a:off x="8870896" y="2027621"/>
            <a:ext cx="1384478" cy="178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4385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C2AE5D3-552F-504E-A0A2-F60FB9EECE08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6">
            <a:extLst>
              <a:ext uri="{FF2B5EF4-FFF2-40B4-BE49-F238E27FC236}">
                <a16:creationId xmlns:a16="http://schemas.microsoft.com/office/drawing/2014/main" id="{4AFFB448-6F69-0646-982F-E2EC1AC5D828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1BDBE009-8267-3841-A6A9-6A8D3D829B08}"/>
              </a:ext>
            </a:extLst>
          </p:cNvPr>
          <p:cNvSpPr txBox="1">
            <a:spLocks/>
          </p:cNvSpPr>
          <p:nvPr/>
        </p:nvSpPr>
        <p:spPr>
          <a:xfrm>
            <a:off x="68705" y="97961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1.1 Area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4C2CAD-4FCD-4713-88DE-57365E1CC52E}"/>
              </a:ext>
            </a:extLst>
          </p:cNvPr>
          <p:cNvSpPr txBox="1"/>
          <p:nvPr/>
        </p:nvSpPr>
        <p:spPr>
          <a:xfrm>
            <a:off x="1654755" y="4248703"/>
            <a:ext cx="9077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“Oh.. I hope this cabbages will sell expensive..”</a:t>
            </a:r>
            <a:endParaRPr lang="ko-KR" altLang="en-US" dirty="0"/>
          </a:p>
        </p:txBody>
      </p:sp>
      <p:pic>
        <p:nvPicPr>
          <p:cNvPr id="2050" name="Picture 2" descr="http://milyangps.net/data/file/notice/1982056785_8GynH3X1___222_201101_20110321.jpg">
            <a:extLst>
              <a:ext uri="{FF2B5EF4-FFF2-40B4-BE49-F238E27FC236}">
                <a16:creationId xmlns:a16="http://schemas.microsoft.com/office/drawing/2014/main" id="{0ABD4220-16AA-4251-B6A5-ED184DDE9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8934" y="1289211"/>
            <a:ext cx="4314129" cy="2959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화살표: 아래쪽 5">
            <a:extLst>
              <a:ext uri="{FF2B5EF4-FFF2-40B4-BE49-F238E27FC236}">
                <a16:creationId xmlns:a16="http://schemas.microsoft.com/office/drawing/2014/main" id="{581F9E89-DE00-4110-BBE4-34802FF26564}"/>
              </a:ext>
            </a:extLst>
          </p:cNvPr>
          <p:cNvSpPr/>
          <p:nvPr/>
        </p:nvSpPr>
        <p:spPr>
          <a:xfrm>
            <a:off x="5493832" y="4618035"/>
            <a:ext cx="1204332" cy="578433"/>
          </a:xfrm>
          <a:prstGeom prst="downArrow">
            <a:avLst>
              <a:gd name="adj1" fmla="val 42593"/>
              <a:gd name="adj2" fmla="val 50000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3B7955-2B74-4CA1-B1A3-4E349D14FFB6}"/>
              </a:ext>
            </a:extLst>
          </p:cNvPr>
          <p:cNvSpPr txBox="1"/>
          <p:nvPr/>
        </p:nvSpPr>
        <p:spPr>
          <a:xfrm>
            <a:off x="1037655" y="5803111"/>
            <a:ext cx="10116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/>
              <a:t>Is there any way to </a:t>
            </a:r>
            <a:r>
              <a:rPr lang="en-US" altLang="ko-KR" sz="2800" b="1" dirty="0">
                <a:solidFill>
                  <a:srgbClr val="C00000"/>
                </a:solidFill>
              </a:rPr>
              <a:t>predict</a:t>
            </a:r>
            <a:r>
              <a:rPr lang="en-US" altLang="ko-KR" sz="2800" dirty="0"/>
              <a:t> the </a:t>
            </a:r>
            <a:r>
              <a:rPr lang="en-US" altLang="ko-KR" sz="2800" b="1" dirty="0">
                <a:solidFill>
                  <a:srgbClr val="C00000"/>
                </a:solidFill>
              </a:rPr>
              <a:t>wholesale price </a:t>
            </a:r>
            <a:r>
              <a:rPr lang="en-US" altLang="ko-KR" sz="2800" dirty="0"/>
              <a:t>of </a:t>
            </a:r>
            <a:r>
              <a:rPr lang="en-US" altLang="ko-KR" sz="2800" b="1" dirty="0">
                <a:solidFill>
                  <a:schemeClr val="accent6">
                    <a:lumMod val="75000"/>
                  </a:schemeClr>
                </a:solidFill>
              </a:rPr>
              <a:t>cabbage</a:t>
            </a:r>
            <a:r>
              <a:rPr lang="en-US" altLang="ko-KR" sz="2800" dirty="0"/>
              <a:t>?</a:t>
            </a:r>
            <a:endParaRPr lang="ko-KR" alt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8EEDD0-1160-47AF-956F-D3476F6D7A41}"/>
              </a:ext>
            </a:extLst>
          </p:cNvPr>
          <p:cNvSpPr txBox="1"/>
          <p:nvPr/>
        </p:nvSpPr>
        <p:spPr>
          <a:xfrm>
            <a:off x="646771" y="5544170"/>
            <a:ext cx="390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haroni" panose="020B0604020202020204" pitchFamily="2" charset="-79"/>
              </a:rPr>
              <a:t>“</a:t>
            </a:r>
            <a:endParaRPr lang="ko-KR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cs typeface="Aharoni" panose="020B0604020202020204" pitchFamily="2" charset="-79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25ADD1-07C7-42E1-AE73-42BFA813FCED}"/>
              </a:ext>
            </a:extLst>
          </p:cNvPr>
          <p:cNvSpPr txBox="1"/>
          <p:nvPr/>
        </p:nvSpPr>
        <p:spPr>
          <a:xfrm>
            <a:off x="11154340" y="5544170"/>
            <a:ext cx="390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haroni" panose="020B0604020202020204" pitchFamily="2" charset="-79"/>
              </a:rPr>
              <a:t>”</a:t>
            </a:r>
            <a:endParaRPr lang="ko-KR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cs typeface="Aharoni" panose="020B060402020202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345449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C2AE5D3-552F-504E-A0A2-F60FB9EECE08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6">
            <a:extLst>
              <a:ext uri="{FF2B5EF4-FFF2-40B4-BE49-F238E27FC236}">
                <a16:creationId xmlns:a16="http://schemas.microsoft.com/office/drawing/2014/main" id="{4AFFB448-6F69-0646-982F-E2EC1AC5D828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1BDBE009-8267-3841-A6A9-6A8D3D829B08}"/>
              </a:ext>
            </a:extLst>
          </p:cNvPr>
          <p:cNvSpPr txBox="1">
            <a:spLocks/>
          </p:cNvSpPr>
          <p:nvPr/>
        </p:nvSpPr>
        <p:spPr>
          <a:xfrm>
            <a:off x="68705" y="97961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1.2 Goal of the project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F65205-BD07-4400-A5D0-934B6DCB523E}"/>
              </a:ext>
            </a:extLst>
          </p:cNvPr>
          <p:cNvSpPr txBox="1"/>
          <p:nvPr/>
        </p:nvSpPr>
        <p:spPr>
          <a:xfrm>
            <a:off x="623278" y="1127286"/>
            <a:ext cx="1105085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- Topic</a:t>
            </a:r>
          </a:p>
          <a:p>
            <a:r>
              <a:rPr lang="en-US" altLang="ko-KR" sz="2400" dirty="0"/>
              <a:t>Prediction cabbage prices after 70 days 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  <a:t>(On average, cabbages grow for 70 days)</a:t>
            </a:r>
          </a:p>
          <a:p>
            <a:endParaRPr lang="en-US" altLang="ko-KR" sz="2400" dirty="0"/>
          </a:p>
          <a:p>
            <a:endParaRPr lang="en-US" altLang="ko-KR" sz="2400" dirty="0"/>
          </a:p>
          <a:p>
            <a:pPr marL="285750" indent="-285750">
              <a:buFontTx/>
              <a:buChar char="-"/>
            </a:pPr>
            <a:r>
              <a:rPr lang="en-US" altLang="ko-KR" sz="2400" b="1" dirty="0"/>
              <a:t>Method</a:t>
            </a:r>
          </a:p>
          <a:p>
            <a:r>
              <a:rPr lang="en-US" altLang="ko-KR" sz="2400" dirty="0"/>
              <a:t>Supervised Learning by factors that affect the harvest of cabbages</a:t>
            </a:r>
          </a:p>
          <a:p>
            <a:r>
              <a:rPr lang="en-US" altLang="ko-KR" sz="2400" dirty="0"/>
              <a:t>during growth of cabbages</a:t>
            </a:r>
          </a:p>
          <a:p>
            <a:endParaRPr lang="en-US" altLang="ko-KR" sz="2400" dirty="0"/>
          </a:p>
          <a:p>
            <a:pPr marL="742950" lvl="1" indent="-285750">
              <a:buFontTx/>
              <a:buChar char="-"/>
            </a:pPr>
            <a:r>
              <a:rPr lang="en-US" altLang="ko-KR" sz="2400" b="1" dirty="0"/>
              <a:t>Target</a:t>
            </a:r>
            <a:r>
              <a:rPr lang="en-US" altLang="ko-KR" sz="2400" dirty="0"/>
              <a:t>: Wholesale prices of cabbage and radish</a:t>
            </a:r>
          </a:p>
          <a:p>
            <a:pPr marL="742950" lvl="1" indent="-285750">
              <a:buFontTx/>
              <a:buChar char="-"/>
            </a:pPr>
            <a:r>
              <a:rPr lang="en-US" altLang="ko-KR" sz="2400" b="1" dirty="0"/>
              <a:t>Column</a:t>
            </a:r>
            <a:r>
              <a:rPr lang="en-US" altLang="ko-KR" sz="2400" dirty="0"/>
              <a:t>: Average value by period of the following data</a:t>
            </a:r>
          </a:p>
          <a:p>
            <a:pPr lvl="1"/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  <a:t>	       	  (Period: 2, 4, 6, 8, 10 weeks)</a:t>
            </a:r>
            <a:endParaRPr lang="ko-KR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0522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C2AE5D3-552F-504E-A0A2-F60FB9EECE08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6">
            <a:extLst>
              <a:ext uri="{FF2B5EF4-FFF2-40B4-BE49-F238E27FC236}">
                <a16:creationId xmlns:a16="http://schemas.microsoft.com/office/drawing/2014/main" id="{4AFFB448-6F69-0646-982F-E2EC1AC5D828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1BDBE009-8267-3841-A6A9-6A8D3D829B08}"/>
              </a:ext>
            </a:extLst>
          </p:cNvPr>
          <p:cNvSpPr txBox="1">
            <a:spLocks/>
          </p:cNvSpPr>
          <p:nvPr/>
        </p:nvSpPr>
        <p:spPr>
          <a:xfrm>
            <a:off x="68705" y="97961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1.3 Methods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F65205-BD07-4400-A5D0-934B6DCB523E}"/>
              </a:ext>
            </a:extLst>
          </p:cNvPr>
          <p:cNvSpPr txBox="1"/>
          <p:nvPr/>
        </p:nvSpPr>
        <p:spPr>
          <a:xfrm>
            <a:off x="570570" y="1154698"/>
            <a:ext cx="1105085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400" b="1" dirty="0"/>
              <a:t>Using Algorithms</a:t>
            </a:r>
          </a:p>
          <a:p>
            <a:pPr marL="457200" indent="-457200">
              <a:buAutoNum type="arabicPeriod"/>
            </a:pPr>
            <a:r>
              <a:rPr lang="en-US" altLang="ko-KR" sz="2400" dirty="0"/>
              <a:t>Linear Regression</a:t>
            </a:r>
          </a:p>
          <a:p>
            <a:pPr marL="457200" indent="-457200">
              <a:buAutoNum type="arabicPeriod"/>
            </a:pPr>
            <a:r>
              <a:rPr lang="en-US" altLang="ko-KR" sz="2400" dirty="0"/>
              <a:t>Elastic Net Regression</a:t>
            </a:r>
          </a:p>
          <a:p>
            <a:pPr marL="457200" indent="-457200">
              <a:buAutoNum type="arabicPeriod"/>
            </a:pPr>
            <a:r>
              <a:rPr lang="en-US" altLang="ko-KR" sz="2400" dirty="0"/>
              <a:t>K-NN</a:t>
            </a:r>
          </a:p>
          <a:p>
            <a:endParaRPr lang="en-US" altLang="ko-KR" sz="2400" dirty="0"/>
          </a:p>
          <a:p>
            <a:pPr marL="342900" indent="-342900">
              <a:buFontTx/>
              <a:buChar char="-"/>
            </a:pPr>
            <a:r>
              <a:rPr lang="en-US" altLang="ko-KR" sz="2400" b="1" dirty="0"/>
              <a:t>To avoid overfitting</a:t>
            </a:r>
          </a:p>
          <a:p>
            <a:r>
              <a:rPr lang="en-US" altLang="ko-KR" sz="2400" dirty="0"/>
              <a:t>Using K-fold cross validation 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44827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C2AE5D3-552F-504E-A0A2-F60FB9EECE08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6">
            <a:extLst>
              <a:ext uri="{FF2B5EF4-FFF2-40B4-BE49-F238E27FC236}">
                <a16:creationId xmlns:a16="http://schemas.microsoft.com/office/drawing/2014/main" id="{4AFFB448-6F69-0646-982F-E2EC1AC5D828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1BDBE009-8267-3841-A6A9-6A8D3D829B08}"/>
              </a:ext>
            </a:extLst>
          </p:cNvPr>
          <p:cNvSpPr txBox="1">
            <a:spLocks/>
          </p:cNvSpPr>
          <p:nvPr/>
        </p:nvSpPr>
        <p:spPr>
          <a:xfrm>
            <a:off x="68705" y="97961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1.3 Data</a:t>
            </a:r>
          </a:p>
        </p:txBody>
      </p:sp>
      <p:graphicFrame>
        <p:nvGraphicFramePr>
          <p:cNvPr id="7" name="표 10">
            <a:extLst>
              <a:ext uri="{FF2B5EF4-FFF2-40B4-BE49-F238E27FC236}">
                <a16:creationId xmlns:a16="http://schemas.microsoft.com/office/drawing/2014/main" id="{E890AE54-5080-4E97-A90B-6045408758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0436682"/>
              </p:ext>
            </p:extLst>
          </p:nvPr>
        </p:nvGraphicFramePr>
        <p:xfrm>
          <a:off x="535258" y="2356693"/>
          <a:ext cx="10957478" cy="2354574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069992">
                  <a:extLst>
                    <a:ext uri="{9D8B030D-6E8A-4147-A177-3AD203B41FA5}">
                      <a16:colId xmlns:a16="http://schemas.microsoft.com/office/drawing/2014/main" val="3439977806"/>
                    </a:ext>
                  </a:extLst>
                </a:gridCol>
                <a:gridCol w="671591">
                  <a:extLst>
                    <a:ext uri="{9D8B030D-6E8A-4147-A177-3AD203B41FA5}">
                      <a16:colId xmlns:a16="http://schemas.microsoft.com/office/drawing/2014/main" val="284993193"/>
                    </a:ext>
                  </a:extLst>
                </a:gridCol>
                <a:gridCol w="787065">
                  <a:extLst>
                    <a:ext uri="{9D8B030D-6E8A-4147-A177-3AD203B41FA5}">
                      <a16:colId xmlns:a16="http://schemas.microsoft.com/office/drawing/2014/main" val="1221735940"/>
                    </a:ext>
                  </a:extLst>
                </a:gridCol>
                <a:gridCol w="842883">
                  <a:extLst>
                    <a:ext uri="{9D8B030D-6E8A-4147-A177-3AD203B41FA5}">
                      <a16:colId xmlns:a16="http://schemas.microsoft.com/office/drawing/2014/main" val="874497452"/>
                    </a:ext>
                  </a:extLst>
                </a:gridCol>
                <a:gridCol w="842883">
                  <a:extLst>
                    <a:ext uri="{9D8B030D-6E8A-4147-A177-3AD203B41FA5}">
                      <a16:colId xmlns:a16="http://schemas.microsoft.com/office/drawing/2014/main" val="1050745497"/>
                    </a:ext>
                  </a:extLst>
                </a:gridCol>
                <a:gridCol w="842883">
                  <a:extLst>
                    <a:ext uri="{9D8B030D-6E8A-4147-A177-3AD203B41FA5}">
                      <a16:colId xmlns:a16="http://schemas.microsoft.com/office/drawing/2014/main" val="3672423133"/>
                    </a:ext>
                  </a:extLst>
                </a:gridCol>
                <a:gridCol w="842883">
                  <a:extLst>
                    <a:ext uri="{9D8B030D-6E8A-4147-A177-3AD203B41FA5}">
                      <a16:colId xmlns:a16="http://schemas.microsoft.com/office/drawing/2014/main" val="2414547190"/>
                    </a:ext>
                  </a:extLst>
                </a:gridCol>
                <a:gridCol w="842883">
                  <a:extLst>
                    <a:ext uri="{9D8B030D-6E8A-4147-A177-3AD203B41FA5}">
                      <a16:colId xmlns:a16="http://schemas.microsoft.com/office/drawing/2014/main" val="3116069438"/>
                    </a:ext>
                  </a:extLst>
                </a:gridCol>
                <a:gridCol w="842883">
                  <a:extLst>
                    <a:ext uri="{9D8B030D-6E8A-4147-A177-3AD203B41FA5}">
                      <a16:colId xmlns:a16="http://schemas.microsoft.com/office/drawing/2014/main" val="466206390"/>
                    </a:ext>
                  </a:extLst>
                </a:gridCol>
                <a:gridCol w="842883">
                  <a:extLst>
                    <a:ext uri="{9D8B030D-6E8A-4147-A177-3AD203B41FA5}">
                      <a16:colId xmlns:a16="http://schemas.microsoft.com/office/drawing/2014/main" val="2216663890"/>
                    </a:ext>
                  </a:extLst>
                </a:gridCol>
                <a:gridCol w="842883">
                  <a:extLst>
                    <a:ext uri="{9D8B030D-6E8A-4147-A177-3AD203B41FA5}">
                      <a16:colId xmlns:a16="http://schemas.microsoft.com/office/drawing/2014/main" val="1068260354"/>
                    </a:ext>
                  </a:extLst>
                </a:gridCol>
                <a:gridCol w="842883">
                  <a:extLst>
                    <a:ext uri="{9D8B030D-6E8A-4147-A177-3AD203B41FA5}">
                      <a16:colId xmlns:a16="http://schemas.microsoft.com/office/drawing/2014/main" val="1062889624"/>
                    </a:ext>
                  </a:extLst>
                </a:gridCol>
                <a:gridCol w="842883">
                  <a:extLst>
                    <a:ext uri="{9D8B030D-6E8A-4147-A177-3AD203B41FA5}">
                      <a16:colId xmlns:a16="http://schemas.microsoft.com/office/drawing/2014/main" val="2400415041"/>
                    </a:ext>
                  </a:extLst>
                </a:gridCol>
              </a:tblGrid>
              <a:tr h="392429"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2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3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4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5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6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7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8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9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12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8578309"/>
                  </a:ext>
                </a:extLst>
              </a:tr>
              <a:tr h="39242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/>
                        <a:t>Spring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0695570"/>
                  </a:ext>
                </a:extLst>
              </a:tr>
              <a:tr h="39242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/>
                        <a:t>Highland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024197"/>
                  </a:ext>
                </a:extLst>
              </a:tr>
              <a:tr h="39242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/>
                        <a:t>Autumn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776265"/>
                  </a:ext>
                </a:extLst>
              </a:tr>
              <a:tr h="39242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/>
                        <a:t>Winter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248136"/>
                  </a:ext>
                </a:extLst>
              </a:tr>
              <a:tr h="39242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/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1015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3ECFC3F-EC75-44AA-B92A-4ED992BF12C6}"/>
              </a:ext>
            </a:extLst>
          </p:cNvPr>
          <p:cNvSpPr txBox="1"/>
          <p:nvPr/>
        </p:nvSpPr>
        <p:spPr>
          <a:xfrm>
            <a:off x="535258" y="1215347"/>
            <a:ext cx="3222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- </a:t>
            </a:r>
            <a:r>
              <a:rPr lang="en-US" altLang="ko-KR" sz="2400" b="1" dirty="0"/>
              <a:t>Prices of Cabbage</a:t>
            </a:r>
            <a:endParaRPr lang="ko-KR" altLang="en-US" sz="2400" b="1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1F92E1E-D07E-4A98-BEAF-C503762FF573}"/>
              </a:ext>
            </a:extLst>
          </p:cNvPr>
          <p:cNvSpPr/>
          <p:nvPr/>
        </p:nvSpPr>
        <p:spPr>
          <a:xfrm>
            <a:off x="708391" y="1662584"/>
            <a:ext cx="1104499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dirty="0"/>
              <a:t>Average wholesale prices in Seoul, Busan, Daegu, Gwangju, and Daejeon (national average).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89379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C2AE5D3-552F-504E-A0A2-F60FB9EECE08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6">
            <a:extLst>
              <a:ext uri="{FF2B5EF4-FFF2-40B4-BE49-F238E27FC236}">
                <a16:creationId xmlns:a16="http://schemas.microsoft.com/office/drawing/2014/main" id="{4AFFB448-6F69-0646-982F-E2EC1AC5D828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1BDBE009-8267-3841-A6A9-6A8D3D829B08}"/>
              </a:ext>
            </a:extLst>
          </p:cNvPr>
          <p:cNvSpPr txBox="1">
            <a:spLocks/>
          </p:cNvSpPr>
          <p:nvPr/>
        </p:nvSpPr>
        <p:spPr>
          <a:xfrm>
            <a:off x="68705" y="97961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1.4 Data</a:t>
            </a:r>
          </a:p>
        </p:txBody>
      </p:sp>
      <p:graphicFrame>
        <p:nvGraphicFramePr>
          <p:cNvPr id="10" name="표 10">
            <a:extLst>
              <a:ext uri="{FF2B5EF4-FFF2-40B4-BE49-F238E27FC236}">
                <a16:creationId xmlns:a16="http://schemas.microsoft.com/office/drawing/2014/main" id="{B11EFA31-2135-48E9-A8A5-B15D966155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825149"/>
              </p:ext>
            </p:extLst>
          </p:nvPr>
        </p:nvGraphicFramePr>
        <p:xfrm>
          <a:off x="447907" y="2451586"/>
          <a:ext cx="11296184" cy="203346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092819">
                  <a:extLst>
                    <a:ext uri="{9D8B030D-6E8A-4147-A177-3AD203B41FA5}">
                      <a16:colId xmlns:a16="http://schemas.microsoft.com/office/drawing/2014/main" val="3439977806"/>
                    </a:ext>
                  </a:extLst>
                </a:gridCol>
                <a:gridCol w="747132">
                  <a:extLst>
                    <a:ext uri="{9D8B030D-6E8A-4147-A177-3AD203B41FA5}">
                      <a16:colId xmlns:a16="http://schemas.microsoft.com/office/drawing/2014/main" val="284993193"/>
                    </a:ext>
                  </a:extLst>
                </a:gridCol>
                <a:gridCol w="959005">
                  <a:extLst>
                    <a:ext uri="{9D8B030D-6E8A-4147-A177-3AD203B41FA5}">
                      <a16:colId xmlns:a16="http://schemas.microsoft.com/office/drawing/2014/main" val="122173594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874497452"/>
                    </a:ext>
                  </a:extLst>
                </a:gridCol>
                <a:gridCol w="858644">
                  <a:extLst>
                    <a:ext uri="{9D8B030D-6E8A-4147-A177-3AD203B41FA5}">
                      <a16:colId xmlns:a16="http://schemas.microsoft.com/office/drawing/2014/main" val="1050745497"/>
                    </a:ext>
                  </a:extLst>
                </a:gridCol>
                <a:gridCol w="880946">
                  <a:extLst>
                    <a:ext uri="{9D8B030D-6E8A-4147-A177-3AD203B41FA5}">
                      <a16:colId xmlns:a16="http://schemas.microsoft.com/office/drawing/2014/main" val="3672423133"/>
                    </a:ext>
                  </a:extLst>
                </a:gridCol>
                <a:gridCol w="869795">
                  <a:extLst>
                    <a:ext uri="{9D8B030D-6E8A-4147-A177-3AD203B41FA5}">
                      <a16:colId xmlns:a16="http://schemas.microsoft.com/office/drawing/2014/main" val="2414547190"/>
                    </a:ext>
                  </a:extLst>
                </a:gridCol>
                <a:gridCol w="836342">
                  <a:extLst>
                    <a:ext uri="{9D8B030D-6E8A-4147-A177-3AD203B41FA5}">
                      <a16:colId xmlns:a16="http://schemas.microsoft.com/office/drawing/2014/main" val="311606943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66206390"/>
                    </a:ext>
                  </a:extLst>
                </a:gridCol>
                <a:gridCol w="880946">
                  <a:extLst>
                    <a:ext uri="{9D8B030D-6E8A-4147-A177-3AD203B41FA5}">
                      <a16:colId xmlns:a16="http://schemas.microsoft.com/office/drawing/2014/main" val="2216663890"/>
                    </a:ext>
                  </a:extLst>
                </a:gridCol>
                <a:gridCol w="880947">
                  <a:extLst>
                    <a:ext uri="{9D8B030D-6E8A-4147-A177-3AD203B41FA5}">
                      <a16:colId xmlns:a16="http://schemas.microsoft.com/office/drawing/2014/main" val="1068260354"/>
                    </a:ext>
                  </a:extLst>
                </a:gridCol>
                <a:gridCol w="793998">
                  <a:extLst>
                    <a:ext uri="{9D8B030D-6E8A-4147-A177-3AD203B41FA5}">
                      <a16:colId xmlns:a16="http://schemas.microsoft.com/office/drawing/2014/main" val="1062889624"/>
                    </a:ext>
                  </a:extLst>
                </a:gridCol>
                <a:gridCol w="666810">
                  <a:extLst>
                    <a:ext uri="{9D8B030D-6E8A-4147-A177-3AD203B41FA5}">
                      <a16:colId xmlns:a16="http://schemas.microsoft.com/office/drawing/2014/main" val="2400415041"/>
                    </a:ext>
                  </a:extLst>
                </a:gridCol>
              </a:tblGrid>
              <a:tr h="308053"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2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3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4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5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6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7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8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9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12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8578309"/>
                  </a:ext>
                </a:extLst>
              </a:tr>
              <a:tr h="3407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/>
                        <a:t>Spring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0695570"/>
                  </a:ext>
                </a:extLst>
              </a:tr>
              <a:tr h="3407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/>
                        <a:t>Highland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024197"/>
                  </a:ext>
                </a:extLst>
              </a:tr>
              <a:tr h="3407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/>
                        <a:t>Autumn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776265"/>
                  </a:ext>
                </a:extLst>
              </a:tr>
              <a:tr h="3407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/>
                        <a:t>Winter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248136"/>
                  </a:ext>
                </a:extLst>
              </a:tr>
              <a:tr h="18915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/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price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10150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83EE1D8-9B6E-4C5D-83B9-C508F66E1F9C}"/>
              </a:ext>
            </a:extLst>
          </p:cNvPr>
          <p:cNvSpPr txBox="1"/>
          <p:nvPr/>
        </p:nvSpPr>
        <p:spPr>
          <a:xfrm>
            <a:off x="552652" y="1180840"/>
            <a:ext cx="3222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- Prices of Radish</a:t>
            </a:r>
            <a:endParaRPr lang="ko-KR" altLang="en-US" sz="2400" b="1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E063FDE-5703-48A7-87C9-4FC5DD2B81E1}"/>
              </a:ext>
            </a:extLst>
          </p:cNvPr>
          <p:cNvSpPr/>
          <p:nvPr/>
        </p:nvSpPr>
        <p:spPr>
          <a:xfrm>
            <a:off x="725786" y="1628077"/>
            <a:ext cx="109483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dirty="0"/>
              <a:t>Average wholesale prices in Seoul, Busan, Daegu, Gwangju, and Daejeon (national average).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19635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C2AE5D3-552F-504E-A0A2-F60FB9EECE08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6">
            <a:extLst>
              <a:ext uri="{FF2B5EF4-FFF2-40B4-BE49-F238E27FC236}">
                <a16:creationId xmlns:a16="http://schemas.microsoft.com/office/drawing/2014/main" id="{4AFFB448-6F69-0646-982F-E2EC1AC5D828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1BDBE009-8267-3841-A6A9-6A8D3D829B08}"/>
              </a:ext>
            </a:extLst>
          </p:cNvPr>
          <p:cNvSpPr txBox="1">
            <a:spLocks/>
          </p:cNvSpPr>
          <p:nvPr/>
        </p:nvSpPr>
        <p:spPr>
          <a:xfrm>
            <a:off x="68705" y="97961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1.4 Data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B04C473-8D3B-4A35-8E65-463895CC2D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205443"/>
              </p:ext>
            </p:extLst>
          </p:nvPr>
        </p:nvGraphicFramePr>
        <p:xfrm>
          <a:off x="1738311" y="1347107"/>
          <a:ext cx="8715375" cy="54129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01384">
                  <a:extLst>
                    <a:ext uri="{9D8B030D-6E8A-4147-A177-3AD203B41FA5}">
                      <a16:colId xmlns:a16="http://schemas.microsoft.com/office/drawing/2014/main" val="1734371883"/>
                    </a:ext>
                  </a:extLst>
                </a:gridCol>
                <a:gridCol w="4996317">
                  <a:extLst>
                    <a:ext uri="{9D8B030D-6E8A-4147-A177-3AD203B41FA5}">
                      <a16:colId xmlns:a16="http://schemas.microsoft.com/office/drawing/2014/main" val="3155768699"/>
                    </a:ext>
                  </a:extLst>
                </a:gridCol>
                <a:gridCol w="817674">
                  <a:extLst>
                    <a:ext uri="{9D8B030D-6E8A-4147-A177-3AD203B41FA5}">
                      <a16:colId xmlns:a16="http://schemas.microsoft.com/office/drawing/2014/main" val="2058003556"/>
                    </a:ext>
                  </a:extLst>
                </a:gridCol>
              </a:tblGrid>
              <a:tr h="209810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400" u="none" strike="noStrike" dirty="0">
                          <a:effectLst/>
                        </a:rPr>
                        <a:t>　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Using data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Type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5214202"/>
                  </a:ext>
                </a:extLst>
              </a:tr>
              <a:tr h="25966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Agricultural Product Data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u="none" strike="noStrike" dirty="0">
                          <a:effectLst/>
                        </a:rPr>
                        <a:t>Average Daily Price of Wholesale Cabbage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Numeric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3113110"/>
                  </a:ext>
                </a:extLst>
              </a:tr>
              <a:tr h="2596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u="none" strike="noStrike" dirty="0">
                          <a:effectLst/>
                        </a:rPr>
                        <a:t>Average Daily Price of Wholesale radish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L w="12700" cmpd="sng">
                      <a:noFill/>
                    </a:lnL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Numeric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061616"/>
                  </a:ext>
                </a:extLst>
              </a:tr>
              <a:tr h="259666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Temperature Data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u="none" strike="noStrike" dirty="0">
                          <a:effectLst/>
                        </a:rPr>
                        <a:t>Average Daily Temperature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Numeric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250650"/>
                  </a:ext>
                </a:extLst>
              </a:tr>
              <a:tr h="2596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u="none" strike="noStrike" dirty="0">
                          <a:effectLst/>
                        </a:rPr>
                        <a:t>Lowest Daily Temperature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Numeric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640144"/>
                  </a:ext>
                </a:extLst>
              </a:tr>
              <a:tr h="2596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u="none" strike="noStrike" dirty="0">
                          <a:effectLst/>
                        </a:rPr>
                        <a:t>Highest Daily Temperature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Numeric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59334"/>
                  </a:ext>
                </a:extLst>
              </a:tr>
              <a:tr h="2596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Precipitation data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u="none" strike="noStrike" dirty="0">
                          <a:effectLst/>
                        </a:rPr>
                        <a:t>Average Daily Precipitation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Numeric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9927189"/>
                  </a:ext>
                </a:extLst>
              </a:tr>
              <a:tr h="2596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Wind Data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u="none" strike="noStrike" dirty="0">
                          <a:effectLst/>
                        </a:rPr>
                        <a:t>Average Daily Wind Speed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Numeric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196727"/>
                  </a:ext>
                </a:extLst>
              </a:tr>
              <a:tr h="25966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Humidity Data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u="none" strike="noStrike" dirty="0">
                          <a:effectLst/>
                        </a:rPr>
                        <a:t>Average Daily Dew Point Temperature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Numeric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546380"/>
                  </a:ext>
                </a:extLst>
              </a:tr>
              <a:tr h="2596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u="none" strike="noStrike" dirty="0">
                          <a:effectLst/>
                        </a:rPr>
                        <a:t>Average Daily Relative Humidity Temperature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Numeric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244211"/>
                  </a:ext>
                </a:extLst>
              </a:tr>
              <a:tr h="25966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Air Pressure Data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u="none" strike="noStrike" dirty="0">
                          <a:effectLst/>
                        </a:rPr>
                        <a:t>Average Daily Local Pressure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Numeric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281497"/>
                  </a:ext>
                </a:extLst>
              </a:tr>
              <a:tr h="2596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u="none" strike="noStrike" dirty="0">
                          <a:effectLst/>
                        </a:rPr>
                        <a:t>Average Daily Sea Level Pressure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Numeric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487223"/>
                  </a:ext>
                </a:extLst>
              </a:tr>
              <a:tr h="25966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Sunshine, Solar Data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u="none" strike="noStrike" dirty="0">
                          <a:effectLst/>
                        </a:rPr>
                        <a:t>Average Daily Total Sunshine Time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Numeric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8103348"/>
                  </a:ext>
                </a:extLst>
              </a:tr>
              <a:tr h="2596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u="none" strike="noStrike" dirty="0">
                          <a:effectLst/>
                        </a:rPr>
                        <a:t>Average Daily Solar Radiation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Numeric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3376450"/>
                  </a:ext>
                </a:extLst>
              </a:tr>
              <a:tr h="25966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Snow Data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u="none" strike="noStrike" dirty="0">
                          <a:effectLst/>
                        </a:rPr>
                        <a:t>Average Daily Maximum Depth of Snow Cover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Numeric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314203"/>
                  </a:ext>
                </a:extLst>
              </a:tr>
              <a:tr h="2596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u="none" strike="noStrike" dirty="0">
                          <a:effectLst/>
                        </a:rPr>
                        <a:t>Average Daily Maximum Depth of New Snowfall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Numeric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328968"/>
                  </a:ext>
                </a:extLst>
              </a:tr>
              <a:tr h="25966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Cloud Data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u="none" strike="noStrike" dirty="0">
                          <a:effectLst/>
                        </a:rPr>
                        <a:t>Average Daily Amount of Cumulus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Numeric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5661101"/>
                  </a:ext>
                </a:extLst>
              </a:tr>
              <a:tr h="2596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u="none" strike="noStrike" dirty="0">
                          <a:effectLst/>
                        </a:rPr>
                        <a:t>Average Daily Amount of Middle and Lower Cloud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Numeric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904931"/>
                  </a:ext>
                </a:extLst>
              </a:tr>
              <a:tr h="2596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Ground and Underground Data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u="none" strike="noStrike" dirty="0">
                          <a:effectLst/>
                        </a:rPr>
                        <a:t>Average Daily Temperature of Ground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Numeric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159231"/>
                  </a:ext>
                </a:extLst>
              </a:tr>
              <a:tr h="25966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Evaporation Amount Data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u="none" strike="noStrike" dirty="0">
                          <a:effectLst/>
                        </a:rPr>
                        <a:t>Daily Total Large Evaporation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Numeric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268456"/>
                  </a:ext>
                </a:extLst>
              </a:tr>
              <a:tr h="2596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u="none" strike="noStrike" dirty="0">
                          <a:effectLst/>
                        </a:rPr>
                        <a:t>Daily Total Small Evaporation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Numeric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</a:endParaRPr>
                    </a:p>
                  </a:txBody>
                  <a:tcPr marL="6252" marR="6252" marT="6252" marB="0"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14376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7579A7E-3750-47F8-8B99-457179D9043A}"/>
              </a:ext>
            </a:extLst>
          </p:cNvPr>
          <p:cNvSpPr txBox="1"/>
          <p:nvPr/>
        </p:nvSpPr>
        <p:spPr>
          <a:xfrm>
            <a:off x="581025" y="898776"/>
            <a:ext cx="674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Using Data (2016~2019) (1096*20)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6651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">
            <a:extLst>
              <a:ext uri="{FF2B5EF4-FFF2-40B4-BE49-F238E27FC236}">
                <a16:creationId xmlns:a16="http://schemas.microsoft.com/office/drawing/2014/main" id="{601E0D97-DAFA-344B-B290-30ED128B63CE}"/>
              </a:ext>
            </a:extLst>
          </p:cNvPr>
          <p:cNvSpPr txBox="1"/>
          <p:nvPr/>
        </p:nvSpPr>
        <p:spPr>
          <a:xfrm>
            <a:off x="3387969" y="2284936"/>
            <a:ext cx="5416062" cy="201889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 latinLnBrk="0">
              <a:defRPr/>
            </a:pPr>
            <a:r>
              <a:rPr lang="en-US" altLang="ko-KR" sz="54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2. Project Plan</a:t>
            </a:r>
            <a:endParaRPr lang="en-US" altLang="zh-CN" sz="5400" b="1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+mn-ea"/>
              <a:sym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AAE8E6-9C0A-6B41-9582-A1BE8A207610}"/>
              </a:ext>
            </a:extLst>
          </p:cNvPr>
          <p:cNvSpPr txBox="1"/>
          <p:nvPr/>
        </p:nvSpPr>
        <p:spPr>
          <a:xfrm>
            <a:off x="5275385" y="19920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8" name="Straight Connector 5">
            <a:extLst>
              <a:ext uri="{FF2B5EF4-FFF2-40B4-BE49-F238E27FC236}">
                <a16:creationId xmlns:a16="http://schemas.microsoft.com/office/drawing/2014/main" id="{CB3A8313-4A6F-4A4A-848E-CC5A847CE3B7}"/>
              </a:ext>
            </a:extLst>
          </p:cNvPr>
          <p:cNvCxnSpPr/>
          <p:nvPr/>
        </p:nvCxnSpPr>
        <p:spPr>
          <a:xfrm>
            <a:off x="0" y="3438066"/>
            <a:ext cx="9608024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6">
            <a:extLst>
              <a:ext uri="{FF2B5EF4-FFF2-40B4-BE49-F238E27FC236}">
                <a16:creationId xmlns:a16="http://schemas.microsoft.com/office/drawing/2014/main" id="{C8E03941-2129-440E-B933-F39939171DFC}"/>
              </a:ext>
            </a:extLst>
          </p:cNvPr>
          <p:cNvSpPr/>
          <p:nvPr/>
        </p:nvSpPr>
        <p:spPr>
          <a:xfrm>
            <a:off x="0" y="3438065"/>
            <a:ext cx="6373504" cy="126193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70AE46"/>
              </a:solidFill>
            </a:endParaRPr>
          </a:p>
        </p:txBody>
      </p:sp>
      <p:pic>
        <p:nvPicPr>
          <p:cNvPr id="10" name="Picture 2" descr="김치, 아이콘, 일러스트, 벡터, 고추">
            <a:extLst>
              <a:ext uri="{FF2B5EF4-FFF2-40B4-BE49-F238E27FC236}">
                <a16:creationId xmlns:a16="http://schemas.microsoft.com/office/drawing/2014/main" id="{BC0C207A-C140-4E69-8BA2-261904DEB0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3054" b="94784" l="6723" r="60504">
                        <a14:foregroundMark x1="54308" y1="63692" x2="52615" y2="74154"/>
                        <a14:foregroundMark x1="58923" y1="64769" x2="59692" y2="727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7838" r="59634"/>
          <a:stretch/>
        </p:blipFill>
        <p:spPr bwMode="auto">
          <a:xfrm rot="999380">
            <a:off x="8870896" y="2027621"/>
            <a:ext cx="1384478" cy="178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4528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C2AE5D3-552F-504E-A0A2-F60FB9EECE08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6">
            <a:extLst>
              <a:ext uri="{FF2B5EF4-FFF2-40B4-BE49-F238E27FC236}">
                <a16:creationId xmlns:a16="http://schemas.microsoft.com/office/drawing/2014/main" id="{4AFFB448-6F69-0646-982F-E2EC1AC5D828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1BDBE009-8267-3841-A6A9-6A8D3D829B08}"/>
              </a:ext>
            </a:extLst>
          </p:cNvPr>
          <p:cNvSpPr txBox="1">
            <a:spLocks/>
          </p:cNvSpPr>
          <p:nvPr/>
        </p:nvSpPr>
        <p:spPr>
          <a:xfrm>
            <a:off x="68705" y="97961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3. Project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 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Plan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latin typeface="Nanum Gothic" panose="020D0604000000000000" pitchFamily="34" charset="-127"/>
              <a:ea typeface="Nanum Gothic" panose="020D0604000000000000" pitchFamily="34" charset="-127"/>
              <a:cs typeface="+mn-ea"/>
              <a:sym typeface="Calibri" panose="020F0502020204030204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C1682E9-A3B2-4E45-A509-6F294A8B0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258" y="1532049"/>
            <a:ext cx="10808426" cy="18792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7F070A-D691-447D-92C7-BC37377872A3}"/>
              </a:ext>
            </a:extLst>
          </p:cNvPr>
          <p:cNvSpPr txBox="1"/>
          <p:nvPr/>
        </p:nvSpPr>
        <p:spPr>
          <a:xfrm>
            <a:off x="535258" y="1070384"/>
            <a:ext cx="3222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- </a:t>
            </a:r>
            <a:r>
              <a:rPr lang="en-US" altLang="ko-KR" sz="2400" b="1" dirty="0"/>
              <a:t>Milestone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668292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C2AE5D3-552F-504E-A0A2-F60FB9EECE08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6">
            <a:extLst>
              <a:ext uri="{FF2B5EF4-FFF2-40B4-BE49-F238E27FC236}">
                <a16:creationId xmlns:a16="http://schemas.microsoft.com/office/drawing/2014/main" id="{4AFFB448-6F69-0646-982F-E2EC1AC5D828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1BDBE009-8267-3841-A6A9-6A8D3D829B08}"/>
              </a:ext>
            </a:extLst>
          </p:cNvPr>
          <p:cNvSpPr txBox="1">
            <a:spLocks/>
          </p:cNvSpPr>
          <p:nvPr/>
        </p:nvSpPr>
        <p:spPr>
          <a:xfrm>
            <a:off x="68705" y="97961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3. References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F65205-BD07-4400-A5D0-934B6DCB523E}"/>
              </a:ext>
            </a:extLst>
          </p:cNvPr>
          <p:cNvSpPr txBox="1"/>
          <p:nvPr/>
        </p:nvSpPr>
        <p:spPr>
          <a:xfrm>
            <a:off x="423253" y="1089186"/>
            <a:ext cx="1105085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1. </a:t>
            </a:r>
            <a:r>
              <a:rPr lang="ko-KR" altLang="en-US" sz="2000" b="1" dirty="0"/>
              <a:t>농산물 유통정보 </a:t>
            </a:r>
            <a:r>
              <a:rPr lang="en-US" altLang="ko-KR" sz="2000" b="1" dirty="0"/>
              <a:t>-&gt; </a:t>
            </a:r>
            <a:r>
              <a:rPr lang="en-US" altLang="ko-KR" sz="2000" dirty="0">
                <a:hlinkClick r:id="rId3"/>
              </a:rPr>
              <a:t>https://www.kamis.or.kr/customer/price/wholesale/period.do?action=daily&amp;startday=2019-01-01&amp;endday=2019-03-29&amp;countycode=&amp;itemcategorycode=200&amp;itemcode=211&amp;kindcode=&amp;productrankcode=&amp;convert_kg_yn=N</a:t>
            </a:r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r>
              <a:rPr lang="en-US" altLang="ko-KR" sz="2000" b="1" dirty="0"/>
              <a:t>2. </a:t>
            </a:r>
            <a:r>
              <a:rPr lang="ko-KR" altLang="en-US" sz="2000" b="1" dirty="0" err="1"/>
              <a:t>기상자료개방포털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-&gt;</a:t>
            </a:r>
          </a:p>
          <a:p>
            <a:r>
              <a:rPr lang="en-US" altLang="ko-KR" sz="2000" dirty="0">
                <a:hlinkClick r:id="rId4"/>
              </a:rPr>
              <a:t>https://data.kma.go.kr/data/grnd/selectAsosRltmList.do?pgmNo=36</a:t>
            </a:r>
            <a:endParaRPr lang="ko-KR" altLang="en-US" sz="2000" b="1" dirty="0"/>
          </a:p>
          <a:p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239748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4F86B6AB025FD946AA88059B33794286" ma:contentTypeVersion="8" ma:contentTypeDescription="새 문서를 만듭니다." ma:contentTypeScope="" ma:versionID="5b7aa5fa3a4c9605098d49df0828f476">
  <xsd:schema xmlns:xsd="http://www.w3.org/2001/XMLSchema" xmlns:xs="http://www.w3.org/2001/XMLSchema" xmlns:p="http://schemas.microsoft.com/office/2006/metadata/properties" xmlns:ns3="422125d0-3ff9-452c-b9a8-0b8ee2d6da71" targetNamespace="http://schemas.microsoft.com/office/2006/metadata/properties" ma:root="true" ma:fieldsID="8b3264b5481bb6f9713b22ea59c80532" ns3:_="">
    <xsd:import namespace="422125d0-3ff9-452c-b9a8-0b8ee2d6da7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2125d0-3ff9-452c-b9a8-0b8ee2d6da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1C51B6A-F233-423E-A6E7-73D923C3E2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22125d0-3ff9-452c-b9a8-0b8ee2d6da7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DAB5909-3CC7-4E53-8363-E9CBC459180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13C22AD-F528-4A7B-9F37-4411BE02E004}">
  <ds:schemaRefs>
    <ds:schemaRef ds:uri="http://purl.org/dc/terms/"/>
    <ds:schemaRef ds:uri="422125d0-3ff9-452c-b9a8-0b8ee2d6da71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4058</TotalTime>
  <Words>550</Words>
  <Application>Microsoft Office PowerPoint</Application>
  <PresentationFormat>와이드스크린</PresentationFormat>
  <Paragraphs>218</Paragraphs>
  <Slides>12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1" baseType="lpstr">
      <vt:lpstr>Nanum Gothic</vt:lpstr>
      <vt:lpstr>Nanum Gothic ExtraBold</vt:lpstr>
      <vt:lpstr>나눔바른고딕OTF</vt:lpstr>
      <vt:lpstr>맑은 고딕</vt:lpstr>
      <vt:lpstr>함초롬바탕</vt:lpstr>
      <vt:lpstr>Arial</vt:lpstr>
      <vt:lpstr>Arial Black</vt:lpstr>
      <vt:lpstr>Calibri</vt:lpstr>
      <vt:lpstr>Office 테마</vt:lpstr>
      <vt:lpstr>Business Analytics Project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Sloth</dc:title>
  <dc:creator>Ku Seunghyo</dc:creator>
  <cp:lastModifiedBy>Ku Seunghyo</cp:lastModifiedBy>
  <cp:revision>285</cp:revision>
  <dcterms:created xsi:type="dcterms:W3CDTF">2019-04-14T09:23:58Z</dcterms:created>
  <dcterms:modified xsi:type="dcterms:W3CDTF">2019-10-28T12:56:46Z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0x0101004F86B6AB025FD946AA88059B33794286</vt:lpwstr>
  </property>
</Properties>
</file>